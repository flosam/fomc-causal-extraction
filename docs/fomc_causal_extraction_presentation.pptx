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1" r:id="rId2"/>
  </p:sldMasterIdLst>
  <p:sldIdLst>
    <p:sldId id="256" r:id="rId3"/>
    <p:sldId id="265" r:id="rId4"/>
    <p:sldId id="266" r:id="rId5"/>
    <p:sldId id="267" r:id="rId6"/>
    <p:sldId id="268" r:id="rId7"/>
    <p:sldId id="269" r:id="rId8"/>
    <p:sldId id="270" r:id="rId9"/>
    <p:sldId id="271" r:id="rId10"/>
    <p:sldId id="272" r:id="rId11"/>
    <p:sldId id="273" r:id="rId12"/>
    <p:sldId id="274" r:id="rId13"/>
    <p:sldId id="275" r:id="rId14"/>
    <p:sldId id="279" r:id="rId15"/>
    <p:sldId id="276" r:id="rId16"/>
    <p:sldId id="281" r:id="rId17"/>
    <p:sldId id="277" r:id="rId18"/>
    <p:sldId id="280" r:id="rId19"/>
    <p:sldId id="278"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p:scale>
          <a:sx n="83" d="100"/>
          <a:sy n="83" d="100"/>
        </p:scale>
        <p:origin x="39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50967" y="1196067"/>
            <a:ext cx="8868800" cy="2082800"/>
          </a:xfrm>
          <a:prstGeom prst="rect">
            <a:avLst/>
          </a:prstGeom>
          <a:noFill/>
        </p:spPr>
        <p:txBody>
          <a:bodyPr spcFirstLastPara="1" wrap="square" lIns="91425" tIns="91425" rIns="91425" bIns="91425" anchor="t" anchorCtr="0">
            <a:noAutofit/>
          </a:bodyPr>
          <a:lstStyle>
            <a:lvl1pPr lvl="0">
              <a:spcBef>
                <a:spcPts val="0"/>
              </a:spcBef>
              <a:spcAft>
                <a:spcPts val="0"/>
              </a:spcAft>
              <a:buClr>
                <a:srgbClr val="191919"/>
              </a:buClr>
              <a:buSzPts val="5200"/>
              <a:buNone/>
              <a:defRPr sz="6667"/>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10" name="Google Shape;10;p2"/>
          <p:cNvSpPr txBox="1">
            <a:spLocks noGrp="1"/>
          </p:cNvSpPr>
          <p:nvPr>
            <p:ph type="subTitle" idx="1"/>
          </p:nvPr>
        </p:nvSpPr>
        <p:spPr>
          <a:xfrm>
            <a:off x="1111099" y="5209267"/>
            <a:ext cx="8087200" cy="552800"/>
          </a:xfrm>
          <a:prstGeom prst="rect">
            <a:avLst/>
          </a:prstGeom>
          <a:noFill/>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867">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176026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950967" y="1800200"/>
            <a:ext cx="3701600" cy="149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5" name="Google Shape;25;p4"/>
          <p:cNvSpPr txBox="1">
            <a:spLocks noGrp="1"/>
          </p:cNvSpPr>
          <p:nvPr>
            <p:ph type="body" idx="1"/>
          </p:nvPr>
        </p:nvSpPr>
        <p:spPr>
          <a:xfrm>
            <a:off x="950967" y="3292200"/>
            <a:ext cx="3701600" cy="17656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SzPts val="1200"/>
              <a:buFont typeface="Raleway Light"/>
              <a:buChar char="●"/>
              <a:defRPr/>
            </a:lvl1pPr>
            <a:lvl2pPr marL="1219170" lvl="1" indent="-406390" rtl="0">
              <a:lnSpc>
                <a:spcPct val="100000"/>
              </a:lnSpc>
              <a:spcBef>
                <a:spcPts val="0"/>
              </a:spcBef>
              <a:spcAft>
                <a:spcPts val="0"/>
              </a:spcAft>
              <a:buSzPts val="1200"/>
              <a:buFont typeface="Nunito Light"/>
              <a:buChar char="○"/>
              <a:defRPr/>
            </a:lvl2pPr>
            <a:lvl3pPr marL="1828754" lvl="2" indent="-406390" rtl="0">
              <a:lnSpc>
                <a:spcPct val="100000"/>
              </a:lnSpc>
              <a:spcBef>
                <a:spcPts val="0"/>
              </a:spcBef>
              <a:spcAft>
                <a:spcPts val="0"/>
              </a:spcAft>
              <a:buSzPts val="1200"/>
              <a:buFont typeface="Nunito Light"/>
              <a:buChar char="■"/>
              <a:defRPr/>
            </a:lvl3pPr>
            <a:lvl4pPr marL="2438339" lvl="3" indent="-406390" rtl="0">
              <a:lnSpc>
                <a:spcPct val="100000"/>
              </a:lnSpc>
              <a:spcBef>
                <a:spcPts val="0"/>
              </a:spcBef>
              <a:spcAft>
                <a:spcPts val="0"/>
              </a:spcAft>
              <a:buSzPts val="1200"/>
              <a:buFont typeface="Nunito Light"/>
              <a:buChar char="●"/>
              <a:defRPr/>
            </a:lvl4pPr>
            <a:lvl5pPr marL="3047924" lvl="4" indent="-406390" rtl="0">
              <a:lnSpc>
                <a:spcPct val="100000"/>
              </a:lnSpc>
              <a:spcBef>
                <a:spcPts val="0"/>
              </a:spcBef>
              <a:spcAft>
                <a:spcPts val="0"/>
              </a:spcAft>
              <a:buSzPts val="1200"/>
              <a:buFont typeface="Nunito Light"/>
              <a:buChar char="○"/>
              <a:defRPr/>
            </a:lvl5pPr>
            <a:lvl6pPr marL="3657509" lvl="5" indent="-406390" rtl="0">
              <a:lnSpc>
                <a:spcPct val="100000"/>
              </a:lnSpc>
              <a:spcBef>
                <a:spcPts val="0"/>
              </a:spcBef>
              <a:spcAft>
                <a:spcPts val="0"/>
              </a:spcAft>
              <a:buSzPts val="1200"/>
              <a:buFont typeface="Nunito Light"/>
              <a:buChar char="■"/>
              <a:defRPr/>
            </a:lvl6pPr>
            <a:lvl7pPr marL="4267093" lvl="6" indent="-406390" rtl="0">
              <a:lnSpc>
                <a:spcPct val="100000"/>
              </a:lnSpc>
              <a:spcBef>
                <a:spcPts val="0"/>
              </a:spcBef>
              <a:spcAft>
                <a:spcPts val="0"/>
              </a:spcAft>
              <a:buSzPts val="1200"/>
              <a:buFont typeface="Nunito Light"/>
              <a:buChar char="●"/>
              <a:defRPr/>
            </a:lvl7pPr>
            <a:lvl8pPr marL="4876678" lvl="7" indent="-406390" rtl="0">
              <a:lnSpc>
                <a:spcPct val="100000"/>
              </a:lnSpc>
              <a:spcBef>
                <a:spcPts val="0"/>
              </a:spcBef>
              <a:spcAft>
                <a:spcPts val="0"/>
              </a:spcAft>
              <a:buSzPts val="1200"/>
              <a:buFont typeface="Nunito Light"/>
              <a:buChar char="○"/>
              <a:defRPr/>
            </a:lvl8pPr>
            <a:lvl9pPr marL="5486263" lvl="8" indent="-406390" rtl="0">
              <a:lnSpc>
                <a:spcPct val="100000"/>
              </a:lnSpc>
              <a:spcBef>
                <a:spcPts val="0"/>
              </a:spcBef>
              <a:spcAft>
                <a:spcPts val="0"/>
              </a:spcAft>
              <a:buSzPts val="1200"/>
              <a:buFont typeface="Nunito Light"/>
              <a:buChar char="■"/>
              <a:defRPr/>
            </a:lvl9pPr>
          </a:lstStyle>
          <a:p>
            <a:pPr lvl="0"/>
            <a:r>
              <a:rPr lang="en-US"/>
              <a:t>Click to edit Master text styles</a:t>
            </a:r>
          </a:p>
        </p:txBody>
      </p:sp>
    </p:spTree>
    <p:extLst>
      <p:ext uri="{BB962C8B-B14F-4D97-AF65-F5344CB8AC3E}">
        <p14:creationId xmlns:p14="http://schemas.microsoft.com/office/powerpoint/2010/main" val="847799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960000" y="719333"/>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8" name="Google Shape;28;p5"/>
          <p:cNvSpPr txBox="1">
            <a:spLocks noGrp="1"/>
          </p:cNvSpPr>
          <p:nvPr>
            <p:ph type="subTitle" idx="1"/>
          </p:nvPr>
        </p:nvSpPr>
        <p:spPr>
          <a:xfrm>
            <a:off x="2170967" y="4373233"/>
            <a:ext cx="8356800" cy="93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29" name="Google Shape;29;p5"/>
          <p:cNvSpPr txBox="1">
            <a:spLocks noGrp="1"/>
          </p:cNvSpPr>
          <p:nvPr>
            <p:ph type="subTitle" idx="2"/>
          </p:nvPr>
        </p:nvSpPr>
        <p:spPr>
          <a:xfrm>
            <a:off x="2170967" y="2460399"/>
            <a:ext cx="8356800" cy="93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0" name="Google Shape;30;p5"/>
          <p:cNvSpPr txBox="1">
            <a:spLocks noGrp="1"/>
          </p:cNvSpPr>
          <p:nvPr>
            <p:ph type="subTitle" idx="3"/>
          </p:nvPr>
        </p:nvSpPr>
        <p:spPr>
          <a:xfrm>
            <a:off x="2170967" y="2117567"/>
            <a:ext cx="8356800" cy="473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Raleway ExtraBold"/>
                <a:ea typeface="Raleway ExtraBold"/>
                <a:cs typeface="Raleway ExtraBold"/>
                <a:sym typeface="Raleway ExtraBol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31" name="Google Shape;31;p5"/>
          <p:cNvSpPr txBox="1">
            <a:spLocks noGrp="1"/>
          </p:cNvSpPr>
          <p:nvPr>
            <p:ph type="subTitle" idx="4"/>
          </p:nvPr>
        </p:nvSpPr>
        <p:spPr>
          <a:xfrm>
            <a:off x="2170967" y="4030467"/>
            <a:ext cx="8356800" cy="473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Raleway ExtraBold"/>
                <a:ea typeface="Raleway ExtraBold"/>
                <a:cs typeface="Raleway ExtraBold"/>
                <a:sym typeface="Raleway ExtraBol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grpSp>
        <p:nvGrpSpPr>
          <p:cNvPr id="32" name="Google Shape;32;p5"/>
          <p:cNvGrpSpPr/>
          <p:nvPr/>
        </p:nvGrpSpPr>
        <p:grpSpPr>
          <a:xfrm>
            <a:off x="0" y="6215985"/>
            <a:ext cx="12192000" cy="642017"/>
            <a:chOff x="0" y="4661988"/>
            <a:chExt cx="9144000" cy="481513"/>
          </a:xfrm>
        </p:grpSpPr>
        <p:sp>
          <p:nvSpPr>
            <p:cNvPr id="33" name="Google Shape;33;p5"/>
            <p:cNvSpPr/>
            <p:nvPr/>
          </p:nvSpPr>
          <p:spPr>
            <a:xfrm>
              <a:off x="0" y="4983000"/>
              <a:ext cx="9144000" cy="160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34" name="Google Shape;34;p5"/>
            <p:cNvSpPr/>
            <p:nvPr/>
          </p:nvSpPr>
          <p:spPr>
            <a:xfrm>
              <a:off x="0" y="4822500"/>
              <a:ext cx="9144000" cy="1605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35" name="Google Shape;35;p5"/>
            <p:cNvSpPr/>
            <p:nvPr/>
          </p:nvSpPr>
          <p:spPr>
            <a:xfrm>
              <a:off x="0" y="4661988"/>
              <a:ext cx="9144000" cy="160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sp>
        <p:nvSpPr>
          <p:cNvPr id="36" name="Google Shape;36;p5"/>
          <p:cNvSpPr/>
          <p:nvPr/>
        </p:nvSpPr>
        <p:spPr>
          <a:xfrm>
            <a:off x="950967" y="366217"/>
            <a:ext cx="1933200" cy="214000"/>
          </a:xfrm>
          <a:prstGeom prst="rect">
            <a:avLst/>
          </a:prstGeom>
          <a:solidFill>
            <a:schemeClr val="dk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Tree>
    <p:extLst>
      <p:ext uri="{BB962C8B-B14F-4D97-AF65-F5344CB8AC3E}">
        <p14:creationId xmlns:p14="http://schemas.microsoft.com/office/powerpoint/2010/main" val="459278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950967" y="1127767"/>
            <a:ext cx="5726400" cy="1647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47" name="Google Shape;47;p7"/>
          <p:cNvSpPr txBox="1">
            <a:spLocks noGrp="1"/>
          </p:cNvSpPr>
          <p:nvPr>
            <p:ph type="subTitle" idx="1"/>
          </p:nvPr>
        </p:nvSpPr>
        <p:spPr>
          <a:xfrm>
            <a:off x="950967" y="2854767"/>
            <a:ext cx="5726400" cy="306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Open Sans"/>
              <a:buAutoNum type="arabicPeriod"/>
              <a:defRPr/>
            </a:lvl1pPr>
            <a:lvl2pPr lvl="1" algn="ctr" rtl="0">
              <a:lnSpc>
                <a:spcPct val="100000"/>
              </a:lnSpc>
              <a:spcBef>
                <a:spcPts val="1333"/>
              </a:spcBef>
              <a:spcAft>
                <a:spcPts val="0"/>
              </a:spcAft>
              <a:buClr>
                <a:srgbClr val="E76A28"/>
              </a:buClr>
              <a:buSzPts val="1200"/>
              <a:buFont typeface="Nunito Light"/>
              <a:buAutoNum type="alphaLcPeriod"/>
              <a:defRPr/>
            </a:lvl2pPr>
            <a:lvl3pPr lvl="2" algn="ctr" rtl="0">
              <a:lnSpc>
                <a:spcPct val="100000"/>
              </a:lnSpc>
              <a:spcBef>
                <a:spcPts val="0"/>
              </a:spcBef>
              <a:spcAft>
                <a:spcPts val="0"/>
              </a:spcAft>
              <a:buClr>
                <a:srgbClr val="E76A28"/>
              </a:buClr>
              <a:buSzPts val="1200"/>
              <a:buFont typeface="Nunito Light"/>
              <a:buAutoNum type="romanLcPeriod"/>
              <a:defRPr/>
            </a:lvl3pPr>
            <a:lvl4pPr lvl="3" algn="ctr" rtl="0">
              <a:lnSpc>
                <a:spcPct val="100000"/>
              </a:lnSpc>
              <a:spcBef>
                <a:spcPts val="0"/>
              </a:spcBef>
              <a:spcAft>
                <a:spcPts val="0"/>
              </a:spcAft>
              <a:buClr>
                <a:srgbClr val="E76A28"/>
              </a:buClr>
              <a:buSzPts val="1200"/>
              <a:buFont typeface="Nunito Light"/>
              <a:buAutoNum type="arabicPeriod"/>
              <a:defRPr/>
            </a:lvl4pPr>
            <a:lvl5pPr lvl="4" algn="ctr" rtl="0">
              <a:lnSpc>
                <a:spcPct val="100000"/>
              </a:lnSpc>
              <a:spcBef>
                <a:spcPts val="0"/>
              </a:spcBef>
              <a:spcAft>
                <a:spcPts val="0"/>
              </a:spcAft>
              <a:buClr>
                <a:srgbClr val="E76A28"/>
              </a:buClr>
              <a:buSzPts val="1200"/>
              <a:buFont typeface="Nunito Light"/>
              <a:buAutoNum type="alphaLcPeriod"/>
              <a:defRPr/>
            </a:lvl5pPr>
            <a:lvl6pPr lvl="5" algn="ctr" rtl="0">
              <a:lnSpc>
                <a:spcPct val="100000"/>
              </a:lnSpc>
              <a:spcBef>
                <a:spcPts val="0"/>
              </a:spcBef>
              <a:spcAft>
                <a:spcPts val="0"/>
              </a:spcAft>
              <a:buClr>
                <a:srgbClr val="999999"/>
              </a:buClr>
              <a:buSzPts val="1200"/>
              <a:buFont typeface="Nunito Light"/>
              <a:buAutoNum type="romanLcPeriod"/>
              <a:defRPr/>
            </a:lvl6pPr>
            <a:lvl7pPr lvl="6" algn="ctr" rtl="0">
              <a:lnSpc>
                <a:spcPct val="100000"/>
              </a:lnSpc>
              <a:spcBef>
                <a:spcPts val="0"/>
              </a:spcBef>
              <a:spcAft>
                <a:spcPts val="0"/>
              </a:spcAft>
              <a:buClr>
                <a:srgbClr val="999999"/>
              </a:buClr>
              <a:buSzPts val="1200"/>
              <a:buFont typeface="Nunito Light"/>
              <a:buAutoNum type="arabicPeriod"/>
              <a:defRPr/>
            </a:lvl7pPr>
            <a:lvl8pPr lvl="7" algn="ctr" rtl="0">
              <a:lnSpc>
                <a:spcPct val="100000"/>
              </a:lnSpc>
              <a:spcBef>
                <a:spcPts val="0"/>
              </a:spcBef>
              <a:spcAft>
                <a:spcPts val="0"/>
              </a:spcAft>
              <a:buClr>
                <a:srgbClr val="999999"/>
              </a:buClr>
              <a:buSzPts val="1200"/>
              <a:buFont typeface="Nunito Light"/>
              <a:buAutoNum type="alphaLcPeriod"/>
              <a:defRPr/>
            </a:lvl8pPr>
            <a:lvl9pPr lvl="8" algn="ctr" rtl="0">
              <a:lnSpc>
                <a:spcPct val="100000"/>
              </a:lnSpc>
              <a:spcBef>
                <a:spcPts val="0"/>
              </a:spcBef>
              <a:spcAft>
                <a:spcPts val="0"/>
              </a:spcAft>
              <a:buClr>
                <a:srgbClr val="999999"/>
              </a:buClr>
              <a:buSzPts val="1200"/>
              <a:buFont typeface="Nunito Light"/>
              <a:buAutoNum type="romanLcPeriod"/>
              <a:defRPr/>
            </a:lvl9pPr>
          </a:lstStyle>
          <a:p>
            <a:r>
              <a:rPr lang="en-US"/>
              <a:t>Click to edit Master subtitle style</a:t>
            </a:r>
            <a:endParaRPr/>
          </a:p>
        </p:txBody>
      </p:sp>
      <p:sp>
        <p:nvSpPr>
          <p:cNvPr id="48" name="Google Shape;48;p7"/>
          <p:cNvSpPr>
            <a:spLocks noGrp="1"/>
          </p:cNvSpPr>
          <p:nvPr>
            <p:ph type="pic" idx="2"/>
          </p:nvPr>
        </p:nvSpPr>
        <p:spPr>
          <a:xfrm>
            <a:off x="7306433" y="719333"/>
            <a:ext cx="3934400" cy="5419200"/>
          </a:xfrm>
          <a:prstGeom prst="rect">
            <a:avLst/>
          </a:prstGeom>
          <a:noFill/>
          <a:ln>
            <a:noFill/>
          </a:ln>
        </p:spPr>
      </p:sp>
      <p:grpSp>
        <p:nvGrpSpPr>
          <p:cNvPr id="49" name="Google Shape;49;p7"/>
          <p:cNvGrpSpPr/>
          <p:nvPr/>
        </p:nvGrpSpPr>
        <p:grpSpPr>
          <a:xfrm>
            <a:off x="10290233" y="4572400"/>
            <a:ext cx="1901600" cy="2285600"/>
            <a:chOff x="7717675" y="3429300"/>
            <a:chExt cx="1426200" cy="1714200"/>
          </a:xfrm>
        </p:grpSpPr>
        <p:sp>
          <p:nvSpPr>
            <p:cNvPr id="50" name="Google Shape;50;p7"/>
            <p:cNvSpPr/>
            <p:nvPr/>
          </p:nvSpPr>
          <p:spPr>
            <a:xfrm>
              <a:off x="8430775" y="4286400"/>
              <a:ext cx="713100" cy="857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51" name="Google Shape;51;p7"/>
            <p:cNvSpPr/>
            <p:nvPr/>
          </p:nvSpPr>
          <p:spPr>
            <a:xfrm>
              <a:off x="8430775" y="3429300"/>
              <a:ext cx="7131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52" name="Google Shape;52;p7"/>
            <p:cNvSpPr/>
            <p:nvPr/>
          </p:nvSpPr>
          <p:spPr>
            <a:xfrm>
              <a:off x="7717675" y="4286400"/>
              <a:ext cx="713100" cy="857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sp>
        <p:nvSpPr>
          <p:cNvPr id="53" name="Google Shape;53;p7"/>
          <p:cNvSpPr/>
          <p:nvPr/>
        </p:nvSpPr>
        <p:spPr>
          <a:xfrm>
            <a:off x="950967" y="719317"/>
            <a:ext cx="1933200" cy="214000"/>
          </a:xfrm>
          <a:prstGeom prst="rect">
            <a:avLst/>
          </a:prstGeom>
          <a:solidFill>
            <a:schemeClr val="dk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Tree>
    <p:extLst>
      <p:ext uri="{BB962C8B-B14F-4D97-AF65-F5344CB8AC3E}">
        <p14:creationId xmlns:p14="http://schemas.microsoft.com/office/powerpoint/2010/main" val="3745442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3090600" y="1742800"/>
            <a:ext cx="6010800" cy="33724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3333"/>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grpSp>
        <p:nvGrpSpPr>
          <p:cNvPr id="56" name="Google Shape;56;p8"/>
          <p:cNvGrpSpPr/>
          <p:nvPr/>
        </p:nvGrpSpPr>
        <p:grpSpPr>
          <a:xfrm>
            <a:off x="11232000" y="-5500"/>
            <a:ext cx="960400" cy="6858133"/>
            <a:chOff x="8424000" y="-4125"/>
            <a:chExt cx="720300" cy="5143600"/>
          </a:xfrm>
        </p:grpSpPr>
        <p:grpSp>
          <p:nvGrpSpPr>
            <p:cNvPr id="57" name="Google Shape;57;p8"/>
            <p:cNvGrpSpPr/>
            <p:nvPr/>
          </p:nvGrpSpPr>
          <p:grpSpPr>
            <a:xfrm>
              <a:off x="8584500" y="-4125"/>
              <a:ext cx="559800" cy="5143600"/>
              <a:chOff x="8584500" y="-4125"/>
              <a:chExt cx="559800" cy="5143600"/>
            </a:xfrm>
          </p:grpSpPr>
          <p:sp>
            <p:nvSpPr>
              <p:cNvPr id="58" name="Google Shape;58;p8"/>
              <p:cNvSpPr/>
              <p:nvPr/>
            </p:nvSpPr>
            <p:spPr>
              <a:xfrm>
                <a:off x="8584500" y="-4125"/>
                <a:ext cx="559800" cy="1714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59" name="Google Shape;59;p8"/>
              <p:cNvSpPr/>
              <p:nvPr/>
            </p:nvSpPr>
            <p:spPr>
              <a:xfrm>
                <a:off x="8584500" y="1710575"/>
                <a:ext cx="559800" cy="17145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60" name="Google Shape;60;p8"/>
              <p:cNvSpPr/>
              <p:nvPr/>
            </p:nvSpPr>
            <p:spPr>
              <a:xfrm>
                <a:off x="8584500" y="3424975"/>
                <a:ext cx="559800" cy="1714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sp>
          <p:nvSpPr>
            <p:cNvPr id="61" name="Google Shape;61;p8"/>
            <p:cNvSpPr/>
            <p:nvPr/>
          </p:nvSpPr>
          <p:spPr>
            <a:xfrm rot="5400000">
              <a:off x="5934900" y="2489132"/>
              <a:ext cx="5138700" cy="160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sp>
        <p:nvSpPr>
          <p:cNvPr id="62" name="Google Shape;62;p8"/>
          <p:cNvSpPr/>
          <p:nvPr/>
        </p:nvSpPr>
        <p:spPr>
          <a:xfrm>
            <a:off x="950967" y="366217"/>
            <a:ext cx="1933200" cy="214000"/>
          </a:xfrm>
          <a:prstGeom prst="rect">
            <a:avLst/>
          </a:prstGeom>
          <a:solidFill>
            <a:schemeClr val="dk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Tree>
    <p:extLst>
      <p:ext uri="{BB962C8B-B14F-4D97-AF65-F5344CB8AC3E}">
        <p14:creationId xmlns:p14="http://schemas.microsoft.com/office/powerpoint/2010/main" val="1718001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3"/>
        <p:cNvGrpSpPr/>
        <p:nvPr/>
      </p:nvGrpSpPr>
      <p:grpSpPr>
        <a:xfrm>
          <a:off x="0" y="0"/>
          <a:ext cx="0" cy="0"/>
          <a:chOff x="0" y="0"/>
          <a:chExt cx="0" cy="0"/>
        </a:xfrm>
      </p:grpSpPr>
      <p:sp>
        <p:nvSpPr>
          <p:cNvPr id="64" name="Google Shape;64;p9"/>
          <p:cNvSpPr txBox="1">
            <a:spLocks noGrp="1"/>
          </p:cNvSpPr>
          <p:nvPr>
            <p:ph type="title"/>
          </p:nvPr>
        </p:nvSpPr>
        <p:spPr>
          <a:xfrm>
            <a:off x="2847400" y="1585467"/>
            <a:ext cx="6497200" cy="2619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0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
        <p:nvSpPr>
          <p:cNvPr id="65" name="Google Shape;65;p9"/>
          <p:cNvSpPr txBox="1">
            <a:spLocks noGrp="1"/>
          </p:cNvSpPr>
          <p:nvPr>
            <p:ph type="subTitle" idx="1"/>
          </p:nvPr>
        </p:nvSpPr>
        <p:spPr>
          <a:xfrm>
            <a:off x="2847400" y="4204667"/>
            <a:ext cx="6497200" cy="89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2133"/>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grpSp>
        <p:nvGrpSpPr>
          <p:cNvPr id="66" name="Google Shape;66;p9"/>
          <p:cNvGrpSpPr/>
          <p:nvPr/>
        </p:nvGrpSpPr>
        <p:grpSpPr>
          <a:xfrm>
            <a:off x="10290233" y="4572400"/>
            <a:ext cx="1901600" cy="2285600"/>
            <a:chOff x="7717675" y="3429300"/>
            <a:chExt cx="1426200" cy="1714200"/>
          </a:xfrm>
        </p:grpSpPr>
        <p:sp>
          <p:nvSpPr>
            <p:cNvPr id="67" name="Google Shape;67;p9"/>
            <p:cNvSpPr/>
            <p:nvPr/>
          </p:nvSpPr>
          <p:spPr>
            <a:xfrm>
              <a:off x="8430775" y="4286400"/>
              <a:ext cx="713100" cy="857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68" name="Google Shape;68;p9"/>
            <p:cNvSpPr/>
            <p:nvPr/>
          </p:nvSpPr>
          <p:spPr>
            <a:xfrm>
              <a:off x="8430775" y="3429300"/>
              <a:ext cx="7131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69" name="Google Shape;69;p9"/>
            <p:cNvSpPr/>
            <p:nvPr/>
          </p:nvSpPr>
          <p:spPr>
            <a:xfrm>
              <a:off x="7717675" y="4286400"/>
              <a:ext cx="713100" cy="857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sp>
        <p:nvSpPr>
          <p:cNvPr id="70" name="Google Shape;70;p9"/>
          <p:cNvSpPr/>
          <p:nvPr/>
        </p:nvSpPr>
        <p:spPr>
          <a:xfrm>
            <a:off x="950967" y="719317"/>
            <a:ext cx="1933200" cy="214000"/>
          </a:xfrm>
          <a:prstGeom prst="rect">
            <a:avLst/>
          </a:prstGeom>
          <a:solidFill>
            <a:schemeClr val="dk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Tree>
    <p:extLst>
      <p:ext uri="{BB962C8B-B14F-4D97-AF65-F5344CB8AC3E}">
        <p14:creationId xmlns:p14="http://schemas.microsoft.com/office/powerpoint/2010/main" val="3579659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71"/>
        <p:cNvGrpSpPr/>
        <p:nvPr/>
      </p:nvGrpSpPr>
      <p:grpSpPr>
        <a:xfrm>
          <a:off x="0" y="0"/>
          <a:ext cx="0" cy="0"/>
          <a:chOff x="0" y="0"/>
          <a:chExt cx="0" cy="0"/>
        </a:xfrm>
      </p:grpSpPr>
      <p:sp>
        <p:nvSpPr>
          <p:cNvPr id="72" name="Google Shape;72;p10"/>
          <p:cNvSpPr>
            <a:spLocks noGrp="1"/>
          </p:cNvSpPr>
          <p:nvPr>
            <p:ph type="pic" idx="2"/>
          </p:nvPr>
        </p:nvSpPr>
        <p:spPr>
          <a:xfrm>
            <a:off x="0" y="0"/>
            <a:ext cx="12192000" cy="6858000"/>
          </a:xfrm>
          <a:prstGeom prst="rect">
            <a:avLst/>
          </a:prstGeom>
          <a:noFill/>
          <a:ln>
            <a:noFill/>
          </a:ln>
        </p:spPr>
      </p:sp>
      <p:sp>
        <p:nvSpPr>
          <p:cNvPr id="73" name="Google Shape;73;p10"/>
          <p:cNvSpPr txBox="1">
            <a:spLocks noGrp="1"/>
          </p:cNvSpPr>
          <p:nvPr>
            <p:ph type="title"/>
          </p:nvPr>
        </p:nvSpPr>
        <p:spPr>
          <a:xfrm>
            <a:off x="960000" y="5352600"/>
            <a:ext cx="10272000" cy="7636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2575355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74"/>
        <p:cNvGrpSpPr/>
        <p:nvPr/>
      </p:nvGrpSpPr>
      <p:grpSpPr>
        <a:xfrm>
          <a:off x="0" y="0"/>
          <a:ext cx="0" cy="0"/>
          <a:chOff x="0" y="0"/>
          <a:chExt cx="0" cy="0"/>
        </a:xfrm>
      </p:grpSpPr>
      <p:sp>
        <p:nvSpPr>
          <p:cNvPr id="75" name="Google Shape;75;p11"/>
          <p:cNvSpPr txBox="1">
            <a:spLocks noGrp="1"/>
          </p:cNvSpPr>
          <p:nvPr>
            <p:ph type="title" hasCustomPrompt="1"/>
          </p:nvPr>
        </p:nvSpPr>
        <p:spPr>
          <a:xfrm>
            <a:off x="3490133" y="2824733"/>
            <a:ext cx="5211600" cy="13564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80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76" name="Google Shape;76;p11"/>
          <p:cNvSpPr txBox="1">
            <a:spLocks noGrp="1"/>
          </p:cNvSpPr>
          <p:nvPr>
            <p:ph type="subTitle" idx="1"/>
          </p:nvPr>
        </p:nvSpPr>
        <p:spPr>
          <a:xfrm>
            <a:off x="3756700" y="4282667"/>
            <a:ext cx="4678800" cy="556400"/>
          </a:xfrm>
          <a:prstGeom prst="rect">
            <a:avLst/>
          </a:prstGeom>
          <a:solidFill>
            <a:schemeClr val="dk2"/>
          </a:solidFill>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spTree>
    <p:extLst>
      <p:ext uri="{BB962C8B-B14F-4D97-AF65-F5344CB8AC3E}">
        <p14:creationId xmlns:p14="http://schemas.microsoft.com/office/powerpoint/2010/main" val="566287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7"/>
        <p:cNvGrpSpPr/>
        <p:nvPr/>
      </p:nvGrpSpPr>
      <p:grpSpPr>
        <a:xfrm>
          <a:off x="0" y="0"/>
          <a:ext cx="0" cy="0"/>
          <a:chOff x="0" y="0"/>
          <a:chExt cx="0" cy="0"/>
        </a:xfrm>
      </p:grpSpPr>
    </p:spTree>
    <p:extLst>
      <p:ext uri="{BB962C8B-B14F-4D97-AF65-F5344CB8AC3E}">
        <p14:creationId xmlns:p14="http://schemas.microsoft.com/office/powerpoint/2010/main" val="2919203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99"/>
        <p:cNvGrpSpPr/>
        <p:nvPr/>
      </p:nvGrpSpPr>
      <p:grpSpPr>
        <a:xfrm>
          <a:off x="0" y="0"/>
          <a:ext cx="0" cy="0"/>
          <a:chOff x="0" y="0"/>
          <a:chExt cx="0" cy="0"/>
        </a:xfrm>
      </p:grpSpPr>
      <p:sp>
        <p:nvSpPr>
          <p:cNvPr id="100" name="Google Shape;100;p14"/>
          <p:cNvSpPr txBox="1">
            <a:spLocks noGrp="1"/>
          </p:cNvSpPr>
          <p:nvPr>
            <p:ph type="title"/>
          </p:nvPr>
        </p:nvSpPr>
        <p:spPr>
          <a:xfrm>
            <a:off x="4958217" y="1278800"/>
            <a:ext cx="3830000" cy="1407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01" name="Google Shape;101;p14"/>
          <p:cNvSpPr txBox="1">
            <a:spLocks noGrp="1"/>
          </p:cNvSpPr>
          <p:nvPr>
            <p:ph type="subTitle" idx="1"/>
          </p:nvPr>
        </p:nvSpPr>
        <p:spPr>
          <a:xfrm>
            <a:off x="4958233" y="2889600"/>
            <a:ext cx="5523200" cy="268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vl1pPr>
            <a:lvl2pPr lvl="1" algn="ctr" rtl="0">
              <a:lnSpc>
                <a:spcPct val="100000"/>
              </a:lnSpc>
              <a:spcBef>
                <a:spcPts val="0"/>
              </a:spcBef>
              <a:spcAft>
                <a:spcPts val="0"/>
              </a:spcAft>
              <a:buSzPts val="1200"/>
              <a:buAutoNum type="alphaLcPeriod"/>
              <a:defRPr/>
            </a:lvl2pPr>
            <a:lvl3pPr lvl="2" algn="ctr" rtl="0">
              <a:lnSpc>
                <a:spcPct val="100000"/>
              </a:lnSpc>
              <a:spcBef>
                <a:spcPts val="0"/>
              </a:spcBef>
              <a:spcAft>
                <a:spcPts val="0"/>
              </a:spcAft>
              <a:buSzPts val="1200"/>
              <a:buAutoNum type="romanLcPeriod"/>
              <a:defRPr/>
            </a:lvl3pPr>
            <a:lvl4pPr lvl="3" algn="ctr" rtl="0">
              <a:lnSpc>
                <a:spcPct val="100000"/>
              </a:lnSpc>
              <a:spcBef>
                <a:spcPts val="0"/>
              </a:spcBef>
              <a:spcAft>
                <a:spcPts val="0"/>
              </a:spcAft>
              <a:buSzPts val="1200"/>
              <a:buAutoNum type="arabicPeriod"/>
              <a:defRPr/>
            </a:lvl4pPr>
            <a:lvl5pPr lvl="4" algn="ctr" rtl="0">
              <a:lnSpc>
                <a:spcPct val="100000"/>
              </a:lnSpc>
              <a:spcBef>
                <a:spcPts val="0"/>
              </a:spcBef>
              <a:spcAft>
                <a:spcPts val="0"/>
              </a:spcAft>
              <a:buSzPts val="1200"/>
              <a:buAutoNum type="alphaLcPeriod"/>
              <a:defRPr/>
            </a:lvl5pPr>
            <a:lvl6pPr lvl="5" algn="ctr" rtl="0">
              <a:lnSpc>
                <a:spcPct val="100000"/>
              </a:lnSpc>
              <a:spcBef>
                <a:spcPts val="0"/>
              </a:spcBef>
              <a:spcAft>
                <a:spcPts val="0"/>
              </a:spcAft>
              <a:buSzPts val="1200"/>
              <a:buAutoNum type="romanLcPeriod"/>
              <a:defRPr/>
            </a:lvl6pPr>
            <a:lvl7pPr lvl="6" algn="ctr" rtl="0">
              <a:lnSpc>
                <a:spcPct val="100000"/>
              </a:lnSpc>
              <a:spcBef>
                <a:spcPts val="0"/>
              </a:spcBef>
              <a:spcAft>
                <a:spcPts val="0"/>
              </a:spcAft>
              <a:buSzPts val="1200"/>
              <a:buAutoNum type="arabicPeriod"/>
              <a:defRPr/>
            </a:lvl7pPr>
            <a:lvl8pPr lvl="7" algn="ctr" rtl="0">
              <a:lnSpc>
                <a:spcPct val="100000"/>
              </a:lnSpc>
              <a:spcBef>
                <a:spcPts val="0"/>
              </a:spcBef>
              <a:spcAft>
                <a:spcPts val="0"/>
              </a:spcAft>
              <a:buSzPts val="1200"/>
              <a:buAutoNum type="alphaLcPeriod"/>
              <a:defRPr/>
            </a:lvl8pPr>
            <a:lvl9pPr lvl="8" algn="ctr" rtl="0">
              <a:lnSpc>
                <a:spcPct val="100000"/>
              </a:lnSpc>
              <a:spcBef>
                <a:spcPts val="0"/>
              </a:spcBef>
              <a:spcAft>
                <a:spcPts val="0"/>
              </a:spcAft>
              <a:buSzPts val="1200"/>
              <a:buAutoNum type="romanLcPeriod"/>
              <a:defRPr/>
            </a:lvl9pPr>
          </a:lstStyle>
          <a:p>
            <a:r>
              <a:rPr lang="en-US"/>
              <a:t>Click to edit Master subtitle style</a:t>
            </a:r>
            <a:endParaRPr/>
          </a:p>
        </p:txBody>
      </p:sp>
      <p:grpSp>
        <p:nvGrpSpPr>
          <p:cNvPr id="102" name="Google Shape;102;p14"/>
          <p:cNvGrpSpPr/>
          <p:nvPr/>
        </p:nvGrpSpPr>
        <p:grpSpPr>
          <a:xfrm>
            <a:off x="1" y="0"/>
            <a:ext cx="12191833" cy="6858000"/>
            <a:chOff x="0" y="0"/>
            <a:chExt cx="9143875" cy="5143500"/>
          </a:xfrm>
        </p:grpSpPr>
        <p:sp>
          <p:nvSpPr>
            <p:cNvPr id="103" name="Google Shape;103;p14"/>
            <p:cNvSpPr/>
            <p:nvPr/>
          </p:nvSpPr>
          <p:spPr>
            <a:xfrm rot="10800000" flipH="1">
              <a:off x="0" y="0"/>
              <a:ext cx="7131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104" name="Google Shape;104;p14"/>
            <p:cNvSpPr/>
            <p:nvPr/>
          </p:nvSpPr>
          <p:spPr>
            <a:xfrm rot="10800000" flipH="1">
              <a:off x="8430775" y="0"/>
              <a:ext cx="713100" cy="857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105" name="Google Shape;105;p14"/>
            <p:cNvSpPr/>
            <p:nvPr/>
          </p:nvSpPr>
          <p:spPr>
            <a:xfrm rot="10800000" flipH="1">
              <a:off x="8430775" y="857100"/>
              <a:ext cx="713100" cy="857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106" name="Google Shape;106;p14"/>
            <p:cNvSpPr/>
            <p:nvPr/>
          </p:nvSpPr>
          <p:spPr>
            <a:xfrm rot="10800000" flipH="1">
              <a:off x="8430775" y="4286400"/>
              <a:ext cx="7131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107" name="Google Shape;107;p14"/>
            <p:cNvSpPr/>
            <p:nvPr/>
          </p:nvSpPr>
          <p:spPr>
            <a:xfrm rot="10800000" flipH="1">
              <a:off x="7717675" y="4286400"/>
              <a:ext cx="713100" cy="857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108" name="Google Shape;108;p14"/>
            <p:cNvSpPr/>
            <p:nvPr/>
          </p:nvSpPr>
          <p:spPr>
            <a:xfrm rot="10800000" flipH="1">
              <a:off x="0" y="4286400"/>
              <a:ext cx="713100" cy="857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spTree>
    <p:extLst>
      <p:ext uri="{BB962C8B-B14F-4D97-AF65-F5344CB8AC3E}">
        <p14:creationId xmlns:p14="http://schemas.microsoft.com/office/powerpoint/2010/main" val="3812430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09"/>
        <p:cNvGrpSpPr/>
        <p:nvPr/>
      </p:nvGrpSpPr>
      <p:grpSpPr>
        <a:xfrm>
          <a:off x="0" y="0"/>
          <a:ext cx="0" cy="0"/>
          <a:chOff x="0" y="0"/>
          <a:chExt cx="0" cy="0"/>
        </a:xfrm>
      </p:grpSpPr>
      <p:sp>
        <p:nvSpPr>
          <p:cNvPr id="110" name="Google Shape;110;p15"/>
          <p:cNvSpPr txBox="1">
            <a:spLocks noGrp="1"/>
          </p:cNvSpPr>
          <p:nvPr>
            <p:ph type="title"/>
          </p:nvPr>
        </p:nvSpPr>
        <p:spPr>
          <a:xfrm>
            <a:off x="5329767" y="1394533"/>
            <a:ext cx="5911600" cy="18960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11" name="Google Shape;111;p15"/>
          <p:cNvSpPr txBox="1">
            <a:spLocks noGrp="1"/>
          </p:cNvSpPr>
          <p:nvPr>
            <p:ph type="subTitle" idx="1"/>
          </p:nvPr>
        </p:nvSpPr>
        <p:spPr>
          <a:xfrm>
            <a:off x="5329767" y="3240737"/>
            <a:ext cx="5911600" cy="189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12" name="Google Shape;112;p15"/>
          <p:cNvSpPr>
            <a:spLocks noGrp="1"/>
          </p:cNvSpPr>
          <p:nvPr>
            <p:ph type="pic" idx="2"/>
          </p:nvPr>
        </p:nvSpPr>
        <p:spPr>
          <a:xfrm>
            <a:off x="950967" y="739568"/>
            <a:ext cx="3734800" cy="5399200"/>
          </a:xfrm>
          <a:prstGeom prst="rect">
            <a:avLst/>
          </a:prstGeom>
          <a:noFill/>
          <a:ln>
            <a:noFill/>
          </a:ln>
        </p:spPr>
      </p:sp>
      <p:grpSp>
        <p:nvGrpSpPr>
          <p:cNvPr id="113" name="Google Shape;113;p15"/>
          <p:cNvGrpSpPr/>
          <p:nvPr/>
        </p:nvGrpSpPr>
        <p:grpSpPr>
          <a:xfrm>
            <a:off x="0" y="0"/>
            <a:ext cx="950800" cy="6858000"/>
            <a:chOff x="0" y="0"/>
            <a:chExt cx="713100" cy="5143500"/>
          </a:xfrm>
        </p:grpSpPr>
        <p:sp>
          <p:nvSpPr>
            <p:cNvPr id="114" name="Google Shape;114;p15"/>
            <p:cNvSpPr/>
            <p:nvPr/>
          </p:nvSpPr>
          <p:spPr>
            <a:xfrm rot="10800000" flipH="1">
              <a:off x="0" y="0"/>
              <a:ext cx="7131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115" name="Google Shape;115;p15"/>
            <p:cNvSpPr/>
            <p:nvPr/>
          </p:nvSpPr>
          <p:spPr>
            <a:xfrm rot="10800000" flipH="1">
              <a:off x="0" y="857100"/>
              <a:ext cx="713100" cy="857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116" name="Google Shape;116;p15"/>
            <p:cNvSpPr/>
            <p:nvPr/>
          </p:nvSpPr>
          <p:spPr>
            <a:xfrm rot="10800000" flipH="1">
              <a:off x="0" y="4286400"/>
              <a:ext cx="713100" cy="857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sp>
        <p:nvSpPr>
          <p:cNvPr id="117" name="Google Shape;117;p15"/>
          <p:cNvSpPr/>
          <p:nvPr/>
        </p:nvSpPr>
        <p:spPr>
          <a:xfrm rot="10800000" flipH="1">
            <a:off x="11241033" y="0"/>
            <a:ext cx="950800" cy="11428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118" name="Google Shape;118;p15"/>
          <p:cNvSpPr/>
          <p:nvPr/>
        </p:nvSpPr>
        <p:spPr>
          <a:xfrm>
            <a:off x="8349033" y="366217"/>
            <a:ext cx="1933200" cy="214000"/>
          </a:xfrm>
          <a:prstGeom prst="rect">
            <a:avLst/>
          </a:prstGeom>
          <a:solidFill>
            <a:schemeClr val="dk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Tree>
    <p:extLst>
      <p:ext uri="{BB962C8B-B14F-4D97-AF65-F5344CB8AC3E}">
        <p14:creationId xmlns:p14="http://schemas.microsoft.com/office/powerpoint/2010/main" val="10200843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35"/>
        <p:cNvGrpSpPr/>
        <p:nvPr/>
      </p:nvGrpSpPr>
      <p:grpSpPr>
        <a:xfrm>
          <a:off x="0" y="0"/>
          <a:ext cx="0" cy="0"/>
          <a:chOff x="0" y="0"/>
          <a:chExt cx="0" cy="0"/>
        </a:xfrm>
      </p:grpSpPr>
      <p:sp>
        <p:nvSpPr>
          <p:cNvPr id="136" name="Google Shape;136;p18"/>
          <p:cNvSpPr txBox="1">
            <a:spLocks noGrp="1"/>
          </p:cNvSpPr>
          <p:nvPr>
            <p:ph type="title"/>
          </p:nvPr>
        </p:nvSpPr>
        <p:spPr>
          <a:xfrm>
            <a:off x="960000" y="719333"/>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37" name="Google Shape;137;p18"/>
          <p:cNvSpPr txBox="1">
            <a:spLocks noGrp="1"/>
          </p:cNvSpPr>
          <p:nvPr>
            <p:ph type="subTitle" idx="1"/>
          </p:nvPr>
        </p:nvSpPr>
        <p:spPr>
          <a:xfrm>
            <a:off x="950967" y="3713867"/>
            <a:ext cx="3159600" cy="242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38" name="Google Shape;138;p18"/>
          <p:cNvSpPr txBox="1">
            <a:spLocks noGrp="1"/>
          </p:cNvSpPr>
          <p:nvPr>
            <p:ph type="subTitle" idx="2"/>
          </p:nvPr>
        </p:nvSpPr>
        <p:spPr>
          <a:xfrm>
            <a:off x="4308481" y="3713867"/>
            <a:ext cx="3159600" cy="242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39" name="Google Shape;139;p18"/>
          <p:cNvSpPr txBox="1">
            <a:spLocks noGrp="1"/>
          </p:cNvSpPr>
          <p:nvPr>
            <p:ph type="subTitle" idx="3"/>
          </p:nvPr>
        </p:nvSpPr>
        <p:spPr>
          <a:xfrm>
            <a:off x="7665995" y="3713867"/>
            <a:ext cx="3159600" cy="242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40" name="Google Shape;140;p18"/>
          <p:cNvSpPr txBox="1">
            <a:spLocks noGrp="1"/>
          </p:cNvSpPr>
          <p:nvPr>
            <p:ph type="subTitle" idx="4"/>
          </p:nvPr>
        </p:nvSpPr>
        <p:spPr>
          <a:xfrm>
            <a:off x="950967" y="2936167"/>
            <a:ext cx="3159600" cy="944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Raleway ExtraBold"/>
                <a:ea typeface="Raleway ExtraBold"/>
                <a:cs typeface="Raleway ExtraBold"/>
                <a:sym typeface="Raleway ExtraBol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141" name="Google Shape;141;p18"/>
          <p:cNvSpPr txBox="1">
            <a:spLocks noGrp="1"/>
          </p:cNvSpPr>
          <p:nvPr>
            <p:ph type="subTitle" idx="5"/>
          </p:nvPr>
        </p:nvSpPr>
        <p:spPr>
          <a:xfrm>
            <a:off x="4308476" y="2936167"/>
            <a:ext cx="3159600" cy="944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Raleway ExtraBold"/>
                <a:ea typeface="Raleway ExtraBold"/>
                <a:cs typeface="Raleway ExtraBold"/>
                <a:sym typeface="Raleway ExtraBol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142" name="Google Shape;142;p18"/>
          <p:cNvSpPr txBox="1">
            <a:spLocks noGrp="1"/>
          </p:cNvSpPr>
          <p:nvPr>
            <p:ph type="subTitle" idx="6"/>
          </p:nvPr>
        </p:nvSpPr>
        <p:spPr>
          <a:xfrm>
            <a:off x="7665984" y="2936167"/>
            <a:ext cx="3159600" cy="944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Raleway ExtraBold"/>
                <a:ea typeface="Raleway ExtraBold"/>
                <a:cs typeface="Raleway ExtraBold"/>
                <a:sym typeface="Raleway ExtraBol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grpSp>
        <p:nvGrpSpPr>
          <p:cNvPr id="143" name="Google Shape;143;p18"/>
          <p:cNvGrpSpPr/>
          <p:nvPr/>
        </p:nvGrpSpPr>
        <p:grpSpPr>
          <a:xfrm>
            <a:off x="11727900" y="3215600"/>
            <a:ext cx="486000" cy="3642400"/>
            <a:chOff x="8795925" y="2411700"/>
            <a:chExt cx="364500" cy="2731800"/>
          </a:xfrm>
        </p:grpSpPr>
        <p:sp>
          <p:nvSpPr>
            <p:cNvPr id="144" name="Google Shape;144;p18"/>
            <p:cNvSpPr/>
            <p:nvPr/>
          </p:nvSpPr>
          <p:spPr>
            <a:xfrm rot="10800000" flipH="1">
              <a:off x="8795925" y="4286400"/>
              <a:ext cx="3645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145" name="Google Shape;145;p18"/>
            <p:cNvSpPr/>
            <p:nvPr/>
          </p:nvSpPr>
          <p:spPr>
            <a:xfrm rot="10800000" flipH="1">
              <a:off x="8795925" y="3429300"/>
              <a:ext cx="364500" cy="857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146" name="Google Shape;146;p18"/>
            <p:cNvSpPr/>
            <p:nvPr/>
          </p:nvSpPr>
          <p:spPr>
            <a:xfrm rot="10800000" flipH="1">
              <a:off x="8795925" y="2572200"/>
              <a:ext cx="364500" cy="857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147" name="Google Shape;147;p18"/>
            <p:cNvSpPr/>
            <p:nvPr/>
          </p:nvSpPr>
          <p:spPr>
            <a:xfrm>
              <a:off x="8795925" y="2411700"/>
              <a:ext cx="364500" cy="160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sp>
        <p:nvSpPr>
          <p:cNvPr id="148" name="Google Shape;148;p18"/>
          <p:cNvSpPr/>
          <p:nvPr/>
        </p:nvSpPr>
        <p:spPr>
          <a:xfrm>
            <a:off x="950967" y="366217"/>
            <a:ext cx="1933200" cy="214000"/>
          </a:xfrm>
          <a:prstGeom prst="rect">
            <a:avLst/>
          </a:prstGeom>
          <a:solidFill>
            <a:schemeClr val="dk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Tree>
    <p:extLst>
      <p:ext uri="{BB962C8B-B14F-4D97-AF65-F5344CB8AC3E}">
        <p14:creationId xmlns:p14="http://schemas.microsoft.com/office/powerpoint/2010/main" val="37857766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67"/>
        <p:cNvGrpSpPr/>
        <p:nvPr/>
      </p:nvGrpSpPr>
      <p:grpSpPr>
        <a:xfrm>
          <a:off x="0" y="0"/>
          <a:ext cx="0" cy="0"/>
          <a:chOff x="0" y="0"/>
          <a:chExt cx="0" cy="0"/>
        </a:xfrm>
      </p:grpSpPr>
      <p:sp>
        <p:nvSpPr>
          <p:cNvPr id="168" name="Google Shape;168;p20"/>
          <p:cNvSpPr txBox="1">
            <a:spLocks noGrp="1"/>
          </p:cNvSpPr>
          <p:nvPr>
            <p:ph type="title"/>
          </p:nvPr>
        </p:nvSpPr>
        <p:spPr>
          <a:xfrm>
            <a:off x="960000" y="719333"/>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69" name="Google Shape;169;p20"/>
          <p:cNvSpPr txBox="1">
            <a:spLocks noGrp="1"/>
          </p:cNvSpPr>
          <p:nvPr>
            <p:ph type="subTitle" idx="1"/>
          </p:nvPr>
        </p:nvSpPr>
        <p:spPr>
          <a:xfrm>
            <a:off x="950800" y="2077013"/>
            <a:ext cx="2978000" cy="15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70" name="Google Shape;170;p20"/>
          <p:cNvSpPr txBox="1">
            <a:spLocks noGrp="1"/>
          </p:cNvSpPr>
          <p:nvPr>
            <p:ph type="subTitle" idx="2"/>
          </p:nvPr>
        </p:nvSpPr>
        <p:spPr>
          <a:xfrm>
            <a:off x="4607000" y="2077013"/>
            <a:ext cx="2978000" cy="15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71" name="Google Shape;171;p20"/>
          <p:cNvSpPr txBox="1">
            <a:spLocks noGrp="1"/>
          </p:cNvSpPr>
          <p:nvPr>
            <p:ph type="subTitle" idx="3"/>
          </p:nvPr>
        </p:nvSpPr>
        <p:spPr>
          <a:xfrm>
            <a:off x="950800" y="4384067"/>
            <a:ext cx="2978000" cy="15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72" name="Google Shape;172;p20"/>
          <p:cNvSpPr txBox="1">
            <a:spLocks noGrp="1"/>
          </p:cNvSpPr>
          <p:nvPr>
            <p:ph type="subTitle" idx="4"/>
          </p:nvPr>
        </p:nvSpPr>
        <p:spPr>
          <a:xfrm>
            <a:off x="4607000" y="4384067"/>
            <a:ext cx="2978000" cy="15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73" name="Google Shape;173;p20"/>
          <p:cNvSpPr txBox="1">
            <a:spLocks noGrp="1"/>
          </p:cNvSpPr>
          <p:nvPr>
            <p:ph type="subTitle" idx="5"/>
          </p:nvPr>
        </p:nvSpPr>
        <p:spPr>
          <a:xfrm>
            <a:off x="8263200" y="2077013"/>
            <a:ext cx="2978000" cy="15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74" name="Google Shape;174;p20"/>
          <p:cNvSpPr txBox="1">
            <a:spLocks noGrp="1"/>
          </p:cNvSpPr>
          <p:nvPr>
            <p:ph type="subTitle" idx="6"/>
          </p:nvPr>
        </p:nvSpPr>
        <p:spPr>
          <a:xfrm>
            <a:off x="8263200" y="4384067"/>
            <a:ext cx="2978000" cy="15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75" name="Google Shape;175;p20"/>
          <p:cNvSpPr txBox="1">
            <a:spLocks noGrp="1"/>
          </p:cNvSpPr>
          <p:nvPr>
            <p:ph type="subTitle" idx="7"/>
          </p:nvPr>
        </p:nvSpPr>
        <p:spPr>
          <a:xfrm>
            <a:off x="950800" y="1742816"/>
            <a:ext cx="29780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Raleway ExtraBold"/>
                <a:ea typeface="Raleway ExtraBold"/>
                <a:cs typeface="Raleway ExtraBold"/>
                <a:sym typeface="Raleway ExtraBol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176" name="Google Shape;176;p20"/>
          <p:cNvSpPr txBox="1">
            <a:spLocks noGrp="1"/>
          </p:cNvSpPr>
          <p:nvPr>
            <p:ph type="subTitle" idx="8"/>
          </p:nvPr>
        </p:nvSpPr>
        <p:spPr>
          <a:xfrm>
            <a:off x="4610200" y="1742816"/>
            <a:ext cx="29748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Raleway ExtraBold"/>
                <a:ea typeface="Raleway ExtraBold"/>
                <a:cs typeface="Raleway ExtraBold"/>
                <a:sym typeface="Raleway ExtraBol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177" name="Google Shape;177;p20"/>
          <p:cNvSpPr txBox="1">
            <a:spLocks noGrp="1"/>
          </p:cNvSpPr>
          <p:nvPr>
            <p:ph type="subTitle" idx="9"/>
          </p:nvPr>
        </p:nvSpPr>
        <p:spPr>
          <a:xfrm>
            <a:off x="8266400" y="1742816"/>
            <a:ext cx="29748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Raleway ExtraBold"/>
                <a:ea typeface="Raleway ExtraBold"/>
                <a:cs typeface="Raleway ExtraBold"/>
                <a:sym typeface="Raleway ExtraBol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178" name="Google Shape;178;p20"/>
          <p:cNvSpPr txBox="1">
            <a:spLocks noGrp="1"/>
          </p:cNvSpPr>
          <p:nvPr>
            <p:ph type="subTitle" idx="13"/>
          </p:nvPr>
        </p:nvSpPr>
        <p:spPr>
          <a:xfrm>
            <a:off x="950800" y="4045584"/>
            <a:ext cx="29780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Raleway ExtraBold"/>
                <a:ea typeface="Raleway ExtraBold"/>
                <a:cs typeface="Raleway ExtraBold"/>
                <a:sym typeface="Raleway ExtraBol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179" name="Google Shape;179;p20"/>
          <p:cNvSpPr txBox="1">
            <a:spLocks noGrp="1"/>
          </p:cNvSpPr>
          <p:nvPr>
            <p:ph type="subTitle" idx="14"/>
          </p:nvPr>
        </p:nvSpPr>
        <p:spPr>
          <a:xfrm>
            <a:off x="4610200" y="4045591"/>
            <a:ext cx="29748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Raleway ExtraBold"/>
                <a:ea typeface="Raleway ExtraBold"/>
                <a:cs typeface="Raleway ExtraBold"/>
                <a:sym typeface="Raleway ExtraBol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sp>
        <p:nvSpPr>
          <p:cNvPr id="180" name="Google Shape;180;p20"/>
          <p:cNvSpPr txBox="1">
            <a:spLocks noGrp="1"/>
          </p:cNvSpPr>
          <p:nvPr>
            <p:ph type="subTitle" idx="15"/>
          </p:nvPr>
        </p:nvSpPr>
        <p:spPr>
          <a:xfrm>
            <a:off x="8266400" y="4045591"/>
            <a:ext cx="29748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Raleway ExtraBold"/>
                <a:ea typeface="Raleway ExtraBold"/>
                <a:cs typeface="Raleway ExtraBold"/>
                <a:sym typeface="Raleway ExtraBol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US"/>
              <a:t>Click to edit Master subtitle style</a:t>
            </a:r>
            <a:endParaRPr/>
          </a:p>
        </p:txBody>
      </p:sp>
      <p:grpSp>
        <p:nvGrpSpPr>
          <p:cNvPr id="181" name="Google Shape;181;p20"/>
          <p:cNvGrpSpPr/>
          <p:nvPr/>
        </p:nvGrpSpPr>
        <p:grpSpPr>
          <a:xfrm>
            <a:off x="0" y="6215985"/>
            <a:ext cx="12192000" cy="642017"/>
            <a:chOff x="0" y="4661988"/>
            <a:chExt cx="9144000" cy="481513"/>
          </a:xfrm>
        </p:grpSpPr>
        <p:sp>
          <p:nvSpPr>
            <p:cNvPr id="182" name="Google Shape;182;p20"/>
            <p:cNvSpPr/>
            <p:nvPr/>
          </p:nvSpPr>
          <p:spPr>
            <a:xfrm>
              <a:off x="0" y="4983000"/>
              <a:ext cx="9144000" cy="160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183" name="Google Shape;183;p20"/>
            <p:cNvSpPr/>
            <p:nvPr/>
          </p:nvSpPr>
          <p:spPr>
            <a:xfrm>
              <a:off x="0" y="4822500"/>
              <a:ext cx="9144000" cy="1605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184" name="Google Shape;184;p20"/>
            <p:cNvSpPr/>
            <p:nvPr/>
          </p:nvSpPr>
          <p:spPr>
            <a:xfrm>
              <a:off x="0" y="4661988"/>
              <a:ext cx="9144000" cy="160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sp>
        <p:nvSpPr>
          <p:cNvPr id="185" name="Google Shape;185;p20"/>
          <p:cNvSpPr/>
          <p:nvPr/>
        </p:nvSpPr>
        <p:spPr>
          <a:xfrm>
            <a:off x="950967" y="366217"/>
            <a:ext cx="1933200" cy="214000"/>
          </a:xfrm>
          <a:prstGeom prst="rect">
            <a:avLst/>
          </a:prstGeom>
          <a:solidFill>
            <a:schemeClr val="dk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Tree>
    <p:extLst>
      <p:ext uri="{BB962C8B-B14F-4D97-AF65-F5344CB8AC3E}">
        <p14:creationId xmlns:p14="http://schemas.microsoft.com/office/powerpoint/2010/main" val="37920871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86"/>
        <p:cNvGrpSpPr/>
        <p:nvPr/>
      </p:nvGrpSpPr>
      <p:grpSpPr>
        <a:xfrm>
          <a:off x="0" y="0"/>
          <a:ext cx="0" cy="0"/>
          <a:chOff x="0" y="0"/>
          <a:chExt cx="0" cy="0"/>
        </a:xfrm>
      </p:grpSpPr>
      <p:sp>
        <p:nvSpPr>
          <p:cNvPr id="187" name="Google Shape;187;p21"/>
          <p:cNvSpPr txBox="1">
            <a:spLocks noGrp="1"/>
          </p:cNvSpPr>
          <p:nvPr>
            <p:ph type="title" hasCustomPrompt="1"/>
          </p:nvPr>
        </p:nvSpPr>
        <p:spPr>
          <a:xfrm>
            <a:off x="4383800" y="2752251"/>
            <a:ext cx="3424400" cy="10252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5333">
                <a:solidFill>
                  <a:schemeClr val="accen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88" name="Google Shape;188;p21"/>
          <p:cNvSpPr txBox="1">
            <a:spLocks noGrp="1"/>
          </p:cNvSpPr>
          <p:nvPr>
            <p:ph type="subTitle" idx="1"/>
          </p:nvPr>
        </p:nvSpPr>
        <p:spPr>
          <a:xfrm>
            <a:off x="4383800" y="3662536"/>
            <a:ext cx="3424400" cy="4432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r>
              <a:rPr lang="en-US"/>
              <a:t>Click to edit Master subtitle style</a:t>
            </a:r>
            <a:endParaRPr/>
          </a:p>
        </p:txBody>
      </p:sp>
      <p:sp>
        <p:nvSpPr>
          <p:cNvPr id="189" name="Google Shape;189;p21"/>
          <p:cNvSpPr txBox="1">
            <a:spLocks noGrp="1"/>
          </p:cNvSpPr>
          <p:nvPr>
            <p:ph type="title" idx="2" hasCustomPrompt="1"/>
          </p:nvPr>
        </p:nvSpPr>
        <p:spPr>
          <a:xfrm>
            <a:off x="4383800" y="1220233"/>
            <a:ext cx="3424400" cy="10252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5333">
                <a:solidFill>
                  <a:schemeClr val="accen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90" name="Google Shape;190;p21"/>
          <p:cNvSpPr txBox="1">
            <a:spLocks noGrp="1"/>
          </p:cNvSpPr>
          <p:nvPr>
            <p:ph type="subTitle" idx="3"/>
          </p:nvPr>
        </p:nvSpPr>
        <p:spPr>
          <a:xfrm>
            <a:off x="4383800" y="2130505"/>
            <a:ext cx="3424400" cy="4432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r>
              <a:rPr lang="en-US"/>
              <a:t>Click to edit Master subtitle style</a:t>
            </a:r>
            <a:endParaRPr/>
          </a:p>
        </p:txBody>
      </p:sp>
      <p:sp>
        <p:nvSpPr>
          <p:cNvPr id="191" name="Google Shape;191;p21"/>
          <p:cNvSpPr txBox="1">
            <a:spLocks noGrp="1"/>
          </p:cNvSpPr>
          <p:nvPr>
            <p:ph type="title" idx="4" hasCustomPrompt="1"/>
          </p:nvPr>
        </p:nvSpPr>
        <p:spPr>
          <a:xfrm>
            <a:off x="4383800" y="4284267"/>
            <a:ext cx="3424400" cy="10252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5333">
                <a:solidFill>
                  <a:schemeClr val="accen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92" name="Google Shape;192;p21"/>
          <p:cNvSpPr txBox="1">
            <a:spLocks noGrp="1"/>
          </p:cNvSpPr>
          <p:nvPr>
            <p:ph type="subTitle" idx="5"/>
          </p:nvPr>
        </p:nvSpPr>
        <p:spPr>
          <a:xfrm>
            <a:off x="4383800" y="5194567"/>
            <a:ext cx="3424400" cy="4432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r>
              <a:rPr lang="en-US"/>
              <a:t>Click to edit Master subtitle style</a:t>
            </a:r>
            <a:endParaRPr/>
          </a:p>
        </p:txBody>
      </p:sp>
      <p:grpSp>
        <p:nvGrpSpPr>
          <p:cNvPr id="193" name="Google Shape;193;p21"/>
          <p:cNvGrpSpPr/>
          <p:nvPr/>
        </p:nvGrpSpPr>
        <p:grpSpPr>
          <a:xfrm>
            <a:off x="5129400" y="504575"/>
            <a:ext cx="1933200" cy="5848075"/>
            <a:chOff x="3847050" y="378431"/>
            <a:chExt cx="1449900" cy="4386056"/>
          </a:xfrm>
        </p:grpSpPr>
        <p:sp>
          <p:nvSpPr>
            <p:cNvPr id="194" name="Google Shape;194;p21"/>
            <p:cNvSpPr/>
            <p:nvPr/>
          </p:nvSpPr>
          <p:spPr>
            <a:xfrm>
              <a:off x="3847050" y="378431"/>
              <a:ext cx="1449900" cy="160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195" name="Google Shape;195;p21"/>
            <p:cNvSpPr/>
            <p:nvPr/>
          </p:nvSpPr>
          <p:spPr>
            <a:xfrm>
              <a:off x="3847050" y="4603988"/>
              <a:ext cx="1449900" cy="160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spTree>
    <p:extLst>
      <p:ext uri="{BB962C8B-B14F-4D97-AF65-F5344CB8AC3E}">
        <p14:creationId xmlns:p14="http://schemas.microsoft.com/office/powerpoint/2010/main" val="21228002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206"/>
        <p:cNvGrpSpPr/>
        <p:nvPr/>
      </p:nvGrpSpPr>
      <p:grpSpPr>
        <a:xfrm>
          <a:off x="0" y="0"/>
          <a:ext cx="0" cy="0"/>
          <a:chOff x="0" y="0"/>
          <a:chExt cx="0" cy="0"/>
        </a:xfrm>
      </p:grpSpPr>
      <p:sp>
        <p:nvSpPr>
          <p:cNvPr id="207" name="Google Shape;207;p23"/>
          <p:cNvSpPr txBox="1">
            <a:spLocks noGrp="1"/>
          </p:cNvSpPr>
          <p:nvPr>
            <p:ph type="title"/>
          </p:nvPr>
        </p:nvSpPr>
        <p:spPr>
          <a:xfrm>
            <a:off x="960000" y="719333"/>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grpSp>
        <p:nvGrpSpPr>
          <p:cNvPr id="208" name="Google Shape;208;p23"/>
          <p:cNvGrpSpPr/>
          <p:nvPr/>
        </p:nvGrpSpPr>
        <p:grpSpPr>
          <a:xfrm>
            <a:off x="-133" y="4572400"/>
            <a:ext cx="1911100" cy="2285600"/>
            <a:chOff x="-100" y="3429300"/>
            <a:chExt cx="1433325" cy="1714200"/>
          </a:xfrm>
        </p:grpSpPr>
        <p:sp>
          <p:nvSpPr>
            <p:cNvPr id="209" name="Google Shape;209;p23"/>
            <p:cNvSpPr/>
            <p:nvPr/>
          </p:nvSpPr>
          <p:spPr>
            <a:xfrm>
              <a:off x="720125" y="4286400"/>
              <a:ext cx="7131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10" name="Google Shape;210;p23"/>
            <p:cNvSpPr/>
            <p:nvPr/>
          </p:nvSpPr>
          <p:spPr>
            <a:xfrm>
              <a:off x="-100" y="4286400"/>
              <a:ext cx="713100" cy="857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11" name="Google Shape;211;p23"/>
            <p:cNvSpPr/>
            <p:nvPr/>
          </p:nvSpPr>
          <p:spPr>
            <a:xfrm>
              <a:off x="-100" y="3429300"/>
              <a:ext cx="713100" cy="857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sp>
        <p:nvSpPr>
          <p:cNvPr id="212" name="Google Shape;212;p23"/>
          <p:cNvSpPr/>
          <p:nvPr/>
        </p:nvSpPr>
        <p:spPr>
          <a:xfrm>
            <a:off x="950667" y="366217"/>
            <a:ext cx="1933200" cy="214000"/>
          </a:xfrm>
          <a:prstGeom prst="rect">
            <a:avLst/>
          </a:prstGeom>
          <a:solidFill>
            <a:schemeClr val="dk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Tree>
    <p:extLst>
      <p:ext uri="{BB962C8B-B14F-4D97-AF65-F5344CB8AC3E}">
        <p14:creationId xmlns:p14="http://schemas.microsoft.com/office/powerpoint/2010/main" val="39443004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213"/>
        <p:cNvGrpSpPr/>
        <p:nvPr/>
      </p:nvGrpSpPr>
      <p:grpSpPr>
        <a:xfrm>
          <a:off x="0" y="0"/>
          <a:ext cx="0" cy="0"/>
          <a:chOff x="0" y="0"/>
          <a:chExt cx="0" cy="0"/>
        </a:xfrm>
      </p:grpSpPr>
      <p:sp>
        <p:nvSpPr>
          <p:cNvPr id="214" name="Google Shape;214;p24"/>
          <p:cNvSpPr txBox="1">
            <a:spLocks noGrp="1"/>
          </p:cNvSpPr>
          <p:nvPr>
            <p:ph type="title"/>
          </p:nvPr>
        </p:nvSpPr>
        <p:spPr>
          <a:xfrm>
            <a:off x="960000" y="719333"/>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grpSp>
        <p:nvGrpSpPr>
          <p:cNvPr id="215" name="Google Shape;215;p24"/>
          <p:cNvGrpSpPr/>
          <p:nvPr/>
        </p:nvGrpSpPr>
        <p:grpSpPr>
          <a:xfrm>
            <a:off x="0" y="0"/>
            <a:ext cx="12192000" cy="6880200"/>
            <a:chOff x="0" y="0"/>
            <a:chExt cx="9144000" cy="5160150"/>
          </a:xfrm>
        </p:grpSpPr>
        <p:grpSp>
          <p:nvGrpSpPr>
            <p:cNvPr id="216" name="Google Shape;216;p24"/>
            <p:cNvGrpSpPr/>
            <p:nvPr/>
          </p:nvGrpSpPr>
          <p:grpSpPr>
            <a:xfrm>
              <a:off x="0" y="3445950"/>
              <a:ext cx="568500" cy="1714200"/>
              <a:chOff x="0" y="3445950"/>
              <a:chExt cx="568500" cy="1714200"/>
            </a:xfrm>
          </p:grpSpPr>
          <p:sp>
            <p:nvSpPr>
              <p:cNvPr id="217" name="Google Shape;217;p24"/>
              <p:cNvSpPr/>
              <p:nvPr/>
            </p:nvSpPr>
            <p:spPr>
              <a:xfrm rot="10800000" flipH="1">
                <a:off x="0" y="4303050"/>
                <a:ext cx="568500" cy="857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18" name="Google Shape;218;p24"/>
              <p:cNvSpPr/>
              <p:nvPr/>
            </p:nvSpPr>
            <p:spPr>
              <a:xfrm rot="10800000" flipH="1">
                <a:off x="0" y="3445950"/>
                <a:ext cx="568500" cy="857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grpSp>
          <p:nvGrpSpPr>
            <p:cNvPr id="219" name="Google Shape;219;p24"/>
            <p:cNvGrpSpPr/>
            <p:nvPr/>
          </p:nvGrpSpPr>
          <p:grpSpPr>
            <a:xfrm>
              <a:off x="8575500" y="0"/>
              <a:ext cx="568500" cy="5160150"/>
              <a:chOff x="8575500" y="0"/>
              <a:chExt cx="568500" cy="5160150"/>
            </a:xfrm>
          </p:grpSpPr>
          <p:sp>
            <p:nvSpPr>
              <p:cNvPr id="220" name="Google Shape;220;p24"/>
              <p:cNvSpPr/>
              <p:nvPr/>
            </p:nvSpPr>
            <p:spPr>
              <a:xfrm rot="10800000" flipH="1">
                <a:off x="8575500" y="4303050"/>
                <a:ext cx="568500" cy="857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21" name="Google Shape;221;p24"/>
              <p:cNvSpPr/>
              <p:nvPr/>
            </p:nvSpPr>
            <p:spPr>
              <a:xfrm rot="10800000" flipH="1">
                <a:off x="8575500" y="3445950"/>
                <a:ext cx="5685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22" name="Google Shape;222;p24"/>
              <p:cNvSpPr/>
              <p:nvPr/>
            </p:nvSpPr>
            <p:spPr>
              <a:xfrm rot="10800000" flipH="1">
                <a:off x="8575500" y="0"/>
                <a:ext cx="568500" cy="857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grpSp>
      <p:sp>
        <p:nvSpPr>
          <p:cNvPr id="223" name="Google Shape;223;p24"/>
          <p:cNvSpPr/>
          <p:nvPr/>
        </p:nvSpPr>
        <p:spPr>
          <a:xfrm>
            <a:off x="950967" y="366217"/>
            <a:ext cx="1933200" cy="214000"/>
          </a:xfrm>
          <a:prstGeom prst="rect">
            <a:avLst/>
          </a:prstGeom>
          <a:solidFill>
            <a:schemeClr val="dk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Tree>
    <p:extLst>
      <p:ext uri="{BB962C8B-B14F-4D97-AF65-F5344CB8AC3E}">
        <p14:creationId xmlns:p14="http://schemas.microsoft.com/office/powerpoint/2010/main" val="36738350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224"/>
        <p:cNvGrpSpPr/>
        <p:nvPr/>
      </p:nvGrpSpPr>
      <p:grpSpPr>
        <a:xfrm>
          <a:off x="0" y="0"/>
          <a:ext cx="0" cy="0"/>
          <a:chOff x="0" y="0"/>
          <a:chExt cx="0" cy="0"/>
        </a:xfrm>
      </p:grpSpPr>
      <p:sp>
        <p:nvSpPr>
          <p:cNvPr id="225" name="Google Shape;225;p25"/>
          <p:cNvSpPr txBox="1">
            <a:spLocks noGrp="1"/>
          </p:cNvSpPr>
          <p:nvPr>
            <p:ph type="title"/>
          </p:nvPr>
        </p:nvSpPr>
        <p:spPr>
          <a:xfrm>
            <a:off x="960000" y="719333"/>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grpSp>
        <p:nvGrpSpPr>
          <p:cNvPr id="226" name="Google Shape;226;p25"/>
          <p:cNvGrpSpPr/>
          <p:nvPr/>
        </p:nvGrpSpPr>
        <p:grpSpPr>
          <a:xfrm>
            <a:off x="1" y="0"/>
            <a:ext cx="12193433" cy="6858000"/>
            <a:chOff x="0" y="0"/>
            <a:chExt cx="9145075" cy="5143500"/>
          </a:xfrm>
        </p:grpSpPr>
        <p:sp>
          <p:nvSpPr>
            <p:cNvPr id="227" name="Google Shape;227;p25"/>
            <p:cNvSpPr/>
            <p:nvPr/>
          </p:nvSpPr>
          <p:spPr>
            <a:xfrm rot="10800000" flipH="1">
              <a:off x="0" y="4286400"/>
              <a:ext cx="714300" cy="857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28" name="Google Shape;228;p25"/>
            <p:cNvSpPr/>
            <p:nvPr/>
          </p:nvSpPr>
          <p:spPr>
            <a:xfrm rot="10800000" flipH="1">
              <a:off x="0" y="3429300"/>
              <a:ext cx="714300" cy="857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29" name="Google Shape;229;p25"/>
            <p:cNvSpPr/>
            <p:nvPr/>
          </p:nvSpPr>
          <p:spPr>
            <a:xfrm rot="10800000" flipH="1">
              <a:off x="0" y="2572200"/>
              <a:ext cx="7143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30" name="Google Shape;230;p25"/>
            <p:cNvSpPr/>
            <p:nvPr/>
          </p:nvSpPr>
          <p:spPr>
            <a:xfrm rot="10800000" flipH="1">
              <a:off x="8430775" y="0"/>
              <a:ext cx="7143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31" name="Google Shape;231;p25"/>
            <p:cNvSpPr/>
            <p:nvPr/>
          </p:nvSpPr>
          <p:spPr>
            <a:xfrm rot="10800000" flipH="1">
              <a:off x="8430775" y="4286400"/>
              <a:ext cx="714300" cy="857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sp>
        <p:nvSpPr>
          <p:cNvPr id="232" name="Google Shape;232;p25"/>
          <p:cNvSpPr/>
          <p:nvPr/>
        </p:nvSpPr>
        <p:spPr>
          <a:xfrm>
            <a:off x="950967" y="366217"/>
            <a:ext cx="1933200" cy="214000"/>
          </a:xfrm>
          <a:prstGeom prst="rect">
            <a:avLst/>
          </a:prstGeom>
          <a:solidFill>
            <a:schemeClr val="dk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Tree>
    <p:extLst>
      <p:ext uri="{BB962C8B-B14F-4D97-AF65-F5344CB8AC3E}">
        <p14:creationId xmlns:p14="http://schemas.microsoft.com/office/powerpoint/2010/main" val="38061474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5">
  <p:cSld name="Title only 5">
    <p:spTree>
      <p:nvGrpSpPr>
        <p:cNvPr id="1" name="Shape 233"/>
        <p:cNvGrpSpPr/>
        <p:nvPr/>
      </p:nvGrpSpPr>
      <p:grpSpPr>
        <a:xfrm>
          <a:off x="0" y="0"/>
          <a:ext cx="0" cy="0"/>
          <a:chOff x="0" y="0"/>
          <a:chExt cx="0" cy="0"/>
        </a:xfrm>
      </p:grpSpPr>
      <p:sp>
        <p:nvSpPr>
          <p:cNvPr id="234" name="Google Shape;234;p26"/>
          <p:cNvSpPr txBox="1">
            <a:spLocks noGrp="1"/>
          </p:cNvSpPr>
          <p:nvPr>
            <p:ph type="title"/>
          </p:nvPr>
        </p:nvSpPr>
        <p:spPr>
          <a:xfrm>
            <a:off x="960000" y="719333"/>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grpSp>
        <p:nvGrpSpPr>
          <p:cNvPr id="235" name="Google Shape;235;p26"/>
          <p:cNvGrpSpPr/>
          <p:nvPr/>
        </p:nvGrpSpPr>
        <p:grpSpPr>
          <a:xfrm>
            <a:off x="1" y="0"/>
            <a:ext cx="12191833" cy="6858000"/>
            <a:chOff x="0" y="0"/>
            <a:chExt cx="9143875" cy="5143500"/>
          </a:xfrm>
        </p:grpSpPr>
        <p:sp>
          <p:nvSpPr>
            <p:cNvPr id="236" name="Google Shape;236;p26"/>
            <p:cNvSpPr/>
            <p:nvPr/>
          </p:nvSpPr>
          <p:spPr>
            <a:xfrm rot="10800000" flipH="1">
              <a:off x="0" y="4286400"/>
              <a:ext cx="713100" cy="857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37" name="Google Shape;237;p26"/>
            <p:cNvSpPr/>
            <p:nvPr/>
          </p:nvSpPr>
          <p:spPr>
            <a:xfrm rot="10800000" flipH="1">
              <a:off x="0" y="3429300"/>
              <a:ext cx="7131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38" name="Google Shape;238;p26"/>
            <p:cNvSpPr/>
            <p:nvPr/>
          </p:nvSpPr>
          <p:spPr>
            <a:xfrm rot="10800000" flipH="1">
              <a:off x="8430775" y="0"/>
              <a:ext cx="713100" cy="857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39" name="Google Shape;239;p26"/>
            <p:cNvSpPr/>
            <p:nvPr/>
          </p:nvSpPr>
          <p:spPr>
            <a:xfrm rot="10800000" flipH="1">
              <a:off x="8430775" y="857100"/>
              <a:ext cx="7131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40" name="Google Shape;240;p26"/>
            <p:cNvSpPr/>
            <p:nvPr/>
          </p:nvSpPr>
          <p:spPr>
            <a:xfrm>
              <a:off x="8430775" y="1714200"/>
              <a:ext cx="713100" cy="160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sp>
        <p:nvSpPr>
          <p:cNvPr id="241" name="Google Shape;241;p26"/>
          <p:cNvSpPr/>
          <p:nvPr/>
        </p:nvSpPr>
        <p:spPr>
          <a:xfrm>
            <a:off x="950967" y="366217"/>
            <a:ext cx="1933200" cy="214000"/>
          </a:xfrm>
          <a:prstGeom prst="rect">
            <a:avLst/>
          </a:prstGeom>
          <a:solidFill>
            <a:schemeClr val="dk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Tree>
    <p:extLst>
      <p:ext uri="{BB962C8B-B14F-4D97-AF65-F5344CB8AC3E}">
        <p14:creationId xmlns:p14="http://schemas.microsoft.com/office/powerpoint/2010/main" val="758930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6">
  <p:cSld name="Title only 6">
    <p:spTree>
      <p:nvGrpSpPr>
        <p:cNvPr id="1" name="Shape 242"/>
        <p:cNvGrpSpPr/>
        <p:nvPr/>
      </p:nvGrpSpPr>
      <p:grpSpPr>
        <a:xfrm>
          <a:off x="0" y="0"/>
          <a:ext cx="0" cy="0"/>
          <a:chOff x="0" y="0"/>
          <a:chExt cx="0" cy="0"/>
        </a:xfrm>
      </p:grpSpPr>
      <p:sp>
        <p:nvSpPr>
          <p:cNvPr id="243" name="Google Shape;243;p27"/>
          <p:cNvSpPr txBox="1">
            <a:spLocks noGrp="1"/>
          </p:cNvSpPr>
          <p:nvPr>
            <p:ph type="title"/>
          </p:nvPr>
        </p:nvSpPr>
        <p:spPr>
          <a:xfrm>
            <a:off x="960000" y="719333"/>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grpSp>
        <p:nvGrpSpPr>
          <p:cNvPr id="244" name="Google Shape;244;p27"/>
          <p:cNvGrpSpPr/>
          <p:nvPr/>
        </p:nvGrpSpPr>
        <p:grpSpPr>
          <a:xfrm>
            <a:off x="0" y="4367834"/>
            <a:ext cx="12192000" cy="2485233"/>
            <a:chOff x="0" y="3275875"/>
            <a:chExt cx="9144000" cy="1863925"/>
          </a:xfrm>
        </p:grpSpPr>
        <p:sp>
          <p:nvSpPr>
            <p:cNvPr id="245" name="Google Shape;245;p27"/>
            <p:cNvSpPr/>
            <p:nvPr/>
          </p:nvSpPr>
          <p:spPr>
            <a:xfrm rot="10800000" flipH="1">
              <a:off x="0" y="4282700"/>
              <a:ext cx="7083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nvGrpSpPr>
            <p:cNvPr id="246" name="Google Shape;246;p27"/>
            <p:cNvGrpSpPr/>
            <p:nvPr/>
          </p:nvGrpSpPr>
          <p:grpSpPr>
            <a:xfrm>
              <a:off x="8435700" y="3275875"/>
              <a:ext cx="708300" cy="1863925"/>
              <a:chOff x="8435700" y="3275875"/>
              <a:chExt cx="708300" cy="1863925"/>
            </a:xfrm>
          </p:grpSpPr>
          <p:sp>
            <p:nvSpPr>
              <p:cNvPr id="247" name="Google Shape;247;p27"/>
              <p:cNvSpPr/>
              <p:nvPr/>
            </p:nvSpPr>
            <p:spPr>
              <a:xfrm>
                <a:off x="8435700" y="3275875"/>
                <a:ext cx="708300" cy="160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48" name="Google Shape;248;p27"/>
              <p:cNvSpPr/>
              <p:nvPr/>
            </p:nvSpPr>
            <p:spPr>
              <a:xfrm rot="10800000" flipH="1">
                <a:off x="8435700" y="4282700"/>
                <a:ext cx="708300" cy="857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49" name="Google Shape;249;p27"/>
              <p:cNvSpPr/>
              <p:nvPr/>
            </p:nvSpPr>
            <p:spPr>
              <a:xfrm rot="10800000" flipH="1">
                <a:off x="8435700" y="3436375"/>
                <a:ext cx="708300" cy="857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sp>
          <p:nvSpPr>
            <p:cNvPr id="250" name="Google Shape;250;p27"/>
            <p:cNvSpPr/>
            <p:nvPr/>
          </p:nvSpPr>
          <p:spPr>
            <a:xfrm>
              <a:off x="0" y="4132975"/>
              <a:ext cx="708300" cy="160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sp>
        <p:nvSpPr>
          <p:cNvPr id="251" name="Google Shape;251;p27"/>
          <p:cNvSpPr/>
          <p:nvPr/>
        </p:nvSpPr>
        <p:spPr>
          <a:xfrm>
            <a:off x="950967" y="366217"/>
            <a:ext cx="1933200" cy="214000"/>
          </a:xfrm>
          <a:prstGeom prst="rect">
            <a:avLst/>
          </a:prstGeom>
          <a:solidFill>
            <a:schemeClr val="dk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Tree>
    <p:extLst>
      <p:ext uri="{BB962C8B-B14F-4D97-AF65-F5344CB8AC3E}">
        <p14:creationId xmlns:p14="http://schemas.microsoft.com/office/powerpoint/2010/main" val="31395236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p:cSld name="1_Title and text">
    <p:spTree>
      <p:nvGrpSpPr>
        <p:cNvPr id="1" name="Shape 252"/>
        <p:cNvGrpSpPr/>
        <p:nvPr/>
      </p:nvGrpSpPr>
      <p:grpSpPr>
        <a:xfrm>
          <a:off x="0" y="0"/>
          <a:ext cx="0" cy="0"/>
          <a:chOff x="0" y="0"/>
          <a:chExt cx="0" cy="0"/>
        </a:xfrm>
      </p:grpSpPr>
      <p:sp>
        <p:nvSpPr>
          <p:cNvPr id="253" name="Google Shape;253;p28"/>
          <p:cNvSpPr txBox="1">
            <a:spLocks noGrp="1"/>
          </p:cNvSpPr>
          <p:nvPr>
            <p:ph type="title"/>
          </p:nvPr>
        </p:nvSpPr>
        <p:spPr>
          <a:xfrm>
            <a:off x="950967" y="983800"/>
            <a:ext cx="6193600" cy="17916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t>Click to edit Master title style</a:t>
            </a:r>
            <a:endParaRPr/>
          </a:p>
        </p:txBody>
      </p:sp>
      <p:sp>
        <p:nvSpPr>
          <p:cNvPr id="254" name="Google Shape;254;p28"/>
          <p:cNvSpPr txBox="1">
            <a:spLocks noGrp="1"/>
          </p:cNvSpPr>
          <p:nvPr>
            <p:ph type="subTitle" idx="1"/>
          </p:nvPr>
        </p:nvSpPr>
        <p:spPr>
          <a:xfrm>
            <a:off x="950967" y="2854767"/>
            <a:ext cx="6193600" cy="306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Font typeface="Open Sans"/>
              <a:buAutoNum type="arabicPeriod"/>
              <a:defRPr/>
            </a:lvl1pPr>
            <a:lvl2pPr lvl="1" algn="ctr">
              <a:lnSpc>
                <a:spcPct val="100000"/>
              </a:lnSpc>
              <a:spcBef>
                <a:spcPts val="1333"/>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a:r>
              <a:rPr lang="en-US"/>
              <a:t>Click to edit Master subtitle style</a:t>
            </a:r>
            <a:endParaRPr/>
          </a:p>
        </p:txBody>
      </p:sp>
      <p:sp>
        <p:nvSpPr>
          <p:cNvPr id="255" name="Google Shape;255;p28"/>
          <p:cNvSpPr>
            <a:spLocks noGrp="1"/>
          </p:cNvSpPr>
          <p:nvPr>
            <p:ph type="pic" idx="2"/>
          </p:nvPr>
        </p:nvSpPr>
        <p:spPr>
          <a:xfrm>
            <a:off x="7306433" y="719333"/>
            <a:ext cx="3934400" cy="5419200"/>
          </a:xfrm>
          <a:prstGeom prst="rect">
            <a:avLst/>
          </a:prstGeom>
          <a:noFill/>
          <a:ln>
            <a:noFill/>
          </a:ln>
        </p:spPr>
      </p:sp>
      <p:grpSp>
        <p:nvGrpSpPr>
          <p:cNvPr id="256" name="Google Shape;256;p28"/>
          <p:cNvGrpSpPr/>
          <p:nvPr/>
        </p:nvGrpSpPr>
        <p:grpSpPr>
          <a:xfrm>
            <a:off x="10290233" y="4572400"/>
            <a:ext cx="1901600" cy="2285600"/>
            <a:chOff x="7717675" y="3429300"/>
            <a:chExt cx="1426200" cy="1714200"/>
          </a:xfrm>
        </p:grpSpPr>
        <p:sp>
          <p:nvSpPr>
            <p:cNvPr id="257" name="Google Shape;257;p28"/>
            <p:cNvSpPr/>
            <p:nvPr/>
          </p:nvSpPr>
          <p:spPr>
            <a:xfrm>
              <a:off x="8430775" y="4286400"/>
              <a:ext cx="713100" cy="857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58" name="Google Shape;258;p28"/>
            <p:cNvSpPr/>
            <p:nvPr/>
          </p:nvSpPr>
          <p:spPr>
            <a:xfrm>
              <a:off x="8430775" y="3429300"/>
              <a:ext cx="7131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59" name="Google Shape;259;p28"/>
            <p:cNvSpPr/>
            <p:nvPr/>
          </p:nvSpPr>
          <p:spPr>
            <a:xfrm>
              <a:off x="7717675" y="4286400"/>
              <a:ext cx="713100" cy="857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sp>
        <p:nvSpPr>
          <p:cNvPr id="260" name="Google Shape;260;p28"/>
          <p:cNvSpPr/>
          <p:nvPr/>
        </p:nvSpPr>
        <p:spPr>
          <a:xfrm>
            <a:off x="950967" y="719317"/>
            <a:ext cx="1933200" cy="214000"/>
          </a:xfrm>
          <a:prstGeom prst="rect">
            <a:avLst/>
          </a:prstGeom>
          <a:solidFill>
            <a:schemeClr val="dk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Tree>
    <p:extLst>
      <p:ext uri="{BB962C8B-B14F-4D97-AF65-F5344CB8AC3E}">
        <p14:creationId xmlns:p14="http://schemas.microsoft.com/office/powerpoint/2010/main" val="4665990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61"/>
        <p:cNvGrpSpPr/>
        <p:nvPr/>
      </p:nvGrpSpPr>
      <p:grpSpPr>
        <a:xfrm>
          <a:off x="0" y="0"/>
          <a:ext cx="0" cy="0"/>
          <a:chOff x="0" y="0"/>
          <a:chExt cx="0" cy="0"/>
        </a:xfrm>
      </p:grpSpPr>
      <p:sp>
        <p:nvSpPr>
          <p:cNvPr id="262" name="Google Shape;262;p29"/>
          <p:cNvSpPr txBox="1">
            <a:spLocks noGrp="1"/>
          </p:cNvSpPr>
          <p:nvPr>
            <p:ph type="title"/>
          </p:nvPr>
        </p:nvSpPr>
        <p:spPr>
          <a:xfrm>
            <a:off x="5671667" y="1025867"/>
            <a:ext cx="5274400" cy="1411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8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63" name="Google Shape;263;p29"/>
          <p:cNvSpPr txBox="1">
            <a:spLocks noGrp="1"/>
          </p:cNvSpPr>
          <p:nvPr>
            <p:ph type="subTitle" idx="1"/>
          </p:nvPr>
        </p:nvSpPr>
        <p:spPr>
          <a:xfrm>
            <a:off x="5671667" y="2479489"/>
            <a:ext cx="4912000" cy="170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2133"/>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264" name="Google Shape;264;p29"/>
          <p:cNvSpPr txBox="1"/>
          <p:nvPr/>
        </p:nvSpPr>
        <p:spPr>
          <a:xfrm>
            <a:off x="5671680" y="4427111"/>
            <a:ext cx="4912000" cy="1019600"/>
          </a:xfrm>
          <a:prstGeom prst="rect">
            <a:avLst/>
          </a:prstGeom>
          <a:noFill/>
          <a:ln>
            <a:noFill/>
          </a:ln>
        </p:spPr>
        <p:txBody>
          <a:bodyPr spcFirstLastPara="1" wrap="square" lIns="121900" tIns="121900" rIns="121900" bIns="121900" anchor="t" anchorCtr="0">
            <a:noAutofit/>
          </a:bodyPr>
          <a:lstStyle/>
          <a:p>
            <a:pPr marL="0" lvl="0" indent="0" algn="l" rtl="0">
              <a:spcBef>
                <a:spcPts val="400"/>
              </a:spcBef>
              <a:spcAft>
                <a:spcPts val="0"/>
              </a:spcAft>
              <a:buNone/>
            </a:pPr>
            <a:r>
              <a:rPr lang="en" sz="1600">
                <a:solidFill>
                  <a:schemeClr val="dk1"/>
                </a:solidFill>
                <a:latin typeface="Raleway Medium"/>
                <a:ea typeface="Raleway Medium"/>
                <a:cs typeface="Raleway Medium"/>
                <a:sym typeface="Raleway Medium"/>
              </a:rPr>
              <a:t>CREDITS: This presentation template was created by </a:t>
            </a:r>
            <a:r>
              <a:rPr lang="en" sz="1600" b="1" u="sng">
                <a:solidFill>
                  <a:schemeClr val="hlink"/>
                </a:solidFill>
                <a:latin typeface="Raleway"/>
                <a:ea typeface="Raleway"/>
                <a:cs typeface="Raleway"/>
                <a:sym typeface="Raleway"/>
                <a:hlinkClick r:id="rId2"/>
              </a:rPr>
              <a:t>Slidesgo</a:t>
            </a:r>
            <a:r>
              <a:rPr lang="en" sz="1600">
                <a:solidFill>
                  <a:schemeClr val="dk1"/>
                </a:solidFill>
                <a:latin typeface="Raleway Medium"/>
                <a:ea typeface="Raleway Medium"/>
                <a:cs typeface="Raleway Medium"/>
                <a:sym typeface="Raleway Medium"/>
              </a:rPr>
              <a:t>, and includes icons, infographics &amp; images by </a:t>
            </a:r>
            <a:r>
              <a:rPr lang="en" sz="1600" b="1" u="sng">
                <a:solidFill>
                  <a:schemeClr val="dk1"/>
                </a:solidFill>
                <a:latin typeface="Raleway"/>
                <a:ea typeface="Raleway"/>
                <a:cs typeface="Raleway"/>
                <a:sym typeface="Raleway"/>
                <a:hlinkClick r:id="rId3">
                  <a:extLst>
                    <a:ext uri="{A12FA001-AC4F-418D-AE19-62706E023703}">
                      <ahyp:hlinkClr xmlns:ahyp="http://schemas.microsoft.com/office/drawing/2018/hyperlinkcolor" val="tx"/>
                    </a:ext>
                  </a:extLst>
                </a:hlinkClick>
              </a:rPr>
              <a:t>Freepik</a:t>
            </a:r>
            <a:r>
              <a:rPr lang="en" sz="1600" u="sng">
                <a:solidFill>
                  <a:schemeClr val="dk1"/>
                </a:solidFill>
                <a:latin typeface="Raleway Medium"/>
                <a:ea typeface="Raleway Medium"/>
                <a:cs typeface="Raleway Medium"/>
                <a:sym typeface="Raleway Medium"/>
              </a:rPr>
              <a:t> </a:t>
            </a:r>
            <a:endParaRPr sz="1600" u="sng">
              <a:solidFill>
                <a:schemeClr val="dk1"/>
              </a:solidFill>
              <a:latin typeface="Raleway Medium"/>
              <a:ea typeface="Raleway Medium"/>
              <a:cs typeface="Raleway Medium"/>
              <a:sym typeface="Raleway Medium"/>
            </a:endParaRPr>
          </a:p>
        </p:txBody>
      </p:sp>
    </p:spTree>
    <p:extLst>
      <p:ext uri="{BB962C8B-B14F-4D97-AF65-F5344CB8AC3E}">
        <p14:creationId xmlns:p14="http://schemas.microsoft.com/office/powerpoint/2010/main" val="3005815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65"/>
        <p:cNvGrpSpPr/>
        <p:nvPr/>
      </p:nvGrpSpPr>
      <p:grpSpPr>
        <a:xfrm>
          <a:off x="0" y="0"/>
          <a:ext cx="0" cy="0"/>
          <a:chOff x="0" y="0"/>
          <a:chExt cx="0" cy="0"/>
        </a:xfrm>
      </p:grpSpPr>
      <p:grpSp>
        <p:nvGrpSpPr>
          <p:cNvPr id="266" name="Google Shape;266;p30"/>
          <p:cNvGrpSpPr/>
          <p:nvPr/>
        </p:nvGrpSpPr>
        <p:grpSpPr>
          <a:xfrm>
            <a:off x="447" y="2867"/>
            <a:ext cx="951067" cy="6852300"/>
            <a:chOff x="7468800" y="0"/>
            <a:chExt cx="1675200" cy="5139225"/>
          </a:xfrm>
        </p:grpSpPr>
        <p:sp>
          <p:nvSpPr>
            <p:cNvPr id="267" name="Google Shape;267;p30"/>
            <p:cNvSpPr/>
            <p:nvPr/>
          </p:nvSpPr>
          <p:spPr>
            <a:xfrm>
              <a:off x="7468800" y="3464996"/>
              <a:ext cx="1675200" cy="8169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68" name="Google Shape;268;p30"/>
            <p:cNvSpPr/>
            <p:nvPr/>
          </p:nvSpPr>
          <p:spPr>
            <a:xfrm>
              <a:off x="7468800" y="4282125"/>
              <a:ext cx="16752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69" name="Google Shape;269;p30"/>
            <p:cNvSpPr/>
            <p:nvPr/>
          </p:nvSpPr>
          <p:spPr>
            <a:xfrm>
              <a:off x="7468800" y="2487375"/>
              <a:ext cx="1675200" cy="160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70" name="Google Shape;270;p30"/>
            <p:cNvSpPr/>
            <p:nvPr/>
          </p:nvSpPr>
          <p:spPr>
            <a:xfrm>
              <a:off x="7468800" y="2647875"/>
              <a:ext cx="1675200" cy="8169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71" name="Google Shape;271;p30"/>
            <p:cNvSpPr/>
            <p:nvPr/>
          </p:nvSpPr>
          <p:spPr>
            <a:xfrm rot="10800000" flipH="1">
              <a:off x="7468800" y="857329"/>
              <a:ext cx="1675200" cy="8169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72" name="Google Shape;272;p30"/>
            <p:cNvSpPr/>
            <p:nvPr/>
          </p:nvSpPr>
          <p:spPr>
            <a:xfrm rot="10800000" flipH="1">
              <a:off x="7468800" y="0"/>
              <a:ext cx="16752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73" name="Google Shape;273;p30"/>
            <p:cNvSpPr/>
            <p:nvPr/>
          </p:nvSpPr>
          <p:spPr>
            <a:xfrm rot="10800000" flipH="1">
              <a:off x="7468800" y="1674450"/>
              <a:ext cx="1675200" cy="8169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spTree>
    <p:extLst>
      <p:ext uri="{BB962C8B-B14F-4D97-AF65-F5344CB8AC3E}">
        <p14:creationId xmlns:p14="http://schemas.microsoft.com/office/powerpoint/2010/main" val="20285187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74"/>
        <p:cNvGrpSpPr/>
        <p:nvPr/>
      </p:nvGrpSpPr>
      <p:grpSpPr>
        <a:xfrm>
          <a:off x="0" y="0"/>
          <a:ext cx="0" cy="0"/>
          <a:chOff x="0" y="0"/>
          <a:chExt cx="0" cy="0"/>
        </a:xfrm>
      </p:grpSpPr>
      <p:grpSp>
        <p:nvGrpSpPr>
          <p:cNvPr id="275" name="Google Shape;275;p31"/>
          <p:cNvGrpSpPr/>
          <p:nvPr/>
        </p:nvGrpSpPr>
        <p:grpSpPr>
          <a:xfrm>
            <a:off x="1" y="0"/>
            <a:ext cx="12191833" cy="6858000"/>
            <a:chOff x="0" y="0"/>
            <a:chExt cx="9143875" cy="5143500"/>
          </a:xfrm>
        </p:grpSpPr>
        <p:sp>
          <p:nvSpPr>
            <p:cNvPr id="276" name="Google Shape;276;p31"/>
            <p:cNvSpPr/>
            <p:nvPr/>
          </p:nvSpPr>
          <p:spPr>
            <a:xfrm rot="10800000" flipH="1">
              <a:off x="0" y="4286400"/>
              <a:ext cx="713100" cy="857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77" name="Google Shape;277;p31"/>
            <p:cNvSpPr/>
            <p:nvPr/>
          </p:nvSpPr>
          <p:spPr>
            <a:xfrm rot="10800000" flipH="1">
              <a:off x="0" y="3429300"/>
              <a:ext cx="7131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78" name="Google Shape;278;p31"/>
            <p:cNvSpPr/>
            <p:nvPr/>
          </p:nvSpPr>
          <p:spPr>
            <a:xfrm rot="10800000" flipH="1">
              <a:off x="8430775" y="0"/>
              <a:ext cx="713100" cy="857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79" name="Google Shape;279;p31"/>
            <p:cNvSpPr/>
            <p:nvPr/>
          </p:nvSpPr>
          <p:spPr>
            <a:xfrm rot="10800000" flipH="1">
              <a:off x="8430775" y="857100"/>
              <a:ext cx="713100" cy="857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280" name="Google Shape;280;p31"/>
            <p:cNvSpPr/>
            <p:nvPr/>
          </p:nvSpPr>
          <p:spPr>
            <a:xfrm>
              <a:off x="8430775" y="1714200"/>
              <a:ext cx="713100" cy="160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sp>
        <p:nvSpPr>
          <p:cNvPr id="281" name="Google Shape;281;p31"/>
          <p:cNvSpPr/>
          <p:nvPr/>
        </p:nvSpPr>
        <p:spPr>
          <a:xfrm>
            <a:off x="950967" y="366217"/>
            <a:ext cx="1933200" cy="214000"/>
          </a:xfrm>
          <a:prstGeom prst="rect">
            <a:avLst/>
          </a:prstGeom>
          <a:solidFill>
            <a:schemeClr val="dk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Tree>
    <p:extLst>
      <p:ext uri="{BB962C8B-B14F-4D97-AF65-F5344CB8AC3E}">
        <p14:creationId xmlns:p14="http://schemas.microsoft.com/office/powerpoint/2010/main" val="37236292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127"/>
        <p:cNvGrpSpPr/>
        <p:nvPr/>
      </p:nvGrpSpPr>
      <p:grpSpPr>
        <a:xfrm>
          <a:off x="0" y="0"/>
          <a:ext cx="0" cy="0"/>
          <a:chOff x="0" y="0"/>
          <a:chExt cx="0" cy="0"/>
        </a:xfrm>
      </p:grpSpPr>
      <p:sp>
        <p:nvSpPr>
          <p:cNvPr id="128" name="Google Shape;128;p17"/>
          <p:cNvSpPr txBox="1">
            <a:spLocks noGrp="1"/>
          </p:cNvSpPr>
          <p:nvPr>
            <p:ph type="title"/>
          </p:nvPr>
        </p:nvSpPr>
        <p:spPr>
          <a:xfrm>
            <a:off x="950967" y="888300"/>
            <a:ext cx="9230800" cy="10012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t>Click to edit Master title style</a:t>
            </a:r>
            <a:endParaRPr/>
          </a:p>
        </p:txBody>
      </p:sp>
      <p:grpSp>
        <p:nvGrpSpPr>
          <p:cNvPr id="129" name="Google Shape;129;p17"/>
          <p:cNvGrpSpPr/>
          <p:nvPr/>
        </p:nvGrpSpPr>
        <p:grpSpPr>
          <a:xfrm>
            <a:off x="0" y="0"/>
            <a:ext cx="12192000" cy="642000"/>
            <a:chOff x="0" y="4662000"/>
            <a:chExt cx="9144000" cy="481500"/>
          </a:xfrm>
        </p:grpSpPr>
        <p:sp>
          <p:nvSpPr>
            <p:cNvPr id="130" name="Google Shape;130;p17"/>
            <p:cNvSpPr/>
            <p:nvPr/>
          </p:nvSpPr>
          <p:spPr>
            <a:xfrm>
              <a:off x="0" y="4983000"/>
              <a:ext cx="9144000" cy="160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131" name="Google Shape;131;p17"/>
            <p:cNvSpPr/>
            <p:nvPr/>
          </p:nvSpPr>
          <p:spPr>
            <a:xfrm>
              <a:off x="0" y="4822500"/>
              <a:ext cx="9144000" cy="1605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132" name="Google Shape;132;p17"/>
            <p:cNvSpPr/>
            <p:nvPr/>
          </p:nvSpPr>
          <p:spPr>
            <a:xfrm>
              <a:off x="0" y="4662000"/>
              <a:ext cx="9144000" cy="160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grpSp>
      <p:sp>
        <p:nvSpPr>
          <p:cNvPr id="133" name="Google Shape;133;p17"/>
          <p:cNvSpPr/>
          <p:nvPr/>
        </p:nvSpPr>
        <p:spPr>
          <a:xfrm>
            <a:off x="950967" y="6352417"/>
            <a:ext cx="1933200" cy="214000"/>
          </a:xfrm>
          <a:prstGeom prst="rect">
            <a:avLst/>
          </a:prstGeom>
          <a:solidFill>
            <a:schemeClr val="dk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latin typeface="Open Sans"/>
              <a:ea typeface="Open Sans"/>
              <a:cs typeface="Open Sans"/>
              <a:sym typeface="Open Sans"/>
            </a:endParaRPr>
          </a:p>
        </p:txBody>
      </p:sp>
      <p:sp>
        <p:nvSpPr>
          <p:cNvPr id="134" name="Google Shape;134;p17"/>
          <p:cNvSpPr txBox="1">
            <a:spLocks noGrp="1"/>
          </p:cNvSpPr>
          <p:nvPr>
            <p:ph type="subTitle" idx="1"/>
          </p:nvPr>
        </p:nvSpPr>
        <p:spPr>
          <a:xfrm>
            <a:off x="950967" y="2077933"/>
            <a:ext cx="9269200" cy="3672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r>
              <a:rPr lang="en-US"/>
              <a:t>Click to edit Master subtitle style</a:t>
            </a:r>
            <a:endParaRPr/>
          </a:p>
        </p:txBody>
      </p:sp>
    </p:spTree>
    <p:extLst>
      <p:ext uri="{BB962C8B-B14F-4D97-AF65-F5344CB8AC3E}">
        <p14:creationId xmlns:p14="http://schemas.microsoft.com/office/powerpoint/2010/main" val="7229301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285"/>
        <p:cNvGrpSpPr/>
        <p:nvPr/>
      </p:nvGrpSpPr>
      <p:grpSpPr>
        <a:xfrm>
          <a:off x="0" y="0"/>
          <a:ext cx="0" cy="0"/>
          <a:chOff x="0" y="0"/>
          <a:chExt cx="0" cy="0"/>
        </a:xfrm>
      </p:grpSpPr>
    </p:spTree>
    <p:extLst>
      <p:ext uri="{BB962C8B-B14F-4D97-AF65-F5344CB8AC3E}">
        <p14:creationId xmlns:p14="http://schemas.microsoft.com/office/powerpoint/2010/main" val="4365909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286"/>
        <p:cNvGrpSpPr/>
        <p:nvPr/>
      </p:nvGrpSpPr>
      <p:grpSpPr>
        <a:xfrm>
          <a:off x="0" y="0"/>
          <a:ext cx="0" cy="0"/>
          <a:chOff x="0" y="0"/>
          <a:chExt cx="0" cy="0"/>
        </a:xfrm>
      </p:grpSpPr>
      <p:sp>
        <p:nvSpPr>
          <p:cNvPr id="287" name="Google Shape;287;p34"/>
          <p:cNvSpPr txBox="1">
            <a:spLocks noGrp="1"/>
          </p:cNvSpPr>
          <p:nvPr>
            <p:ph type="title"/>
          </p:nvPr>
        </p:nvSpPr>
        <p:spPr>
          <a:xfrm>
            <a:off x="964600" y="681367"/>
            <a:ext cx="10262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453249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1pPr>
            <a:lvl2pPr lvl="1"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2pPr>
            <a:lvl3pPr lvl="2"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3pPr>
            <a:lvl4pPr lvl="3"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4pPr>
            <a:lvl5pPr lvl="4"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5pPr>
            <a:lvl6pPr lvl="5"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6pPr>
            <a:lvl7pPr lvl="6"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7pPr>
            <a:lvl8pPr lvl="7"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8pPr>
            <a:lvl9pPr lvl="8"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9pPr>
          </a:lstStyle>
          <a:p>
            <a:endParaRPr/>
          </a:p>
        </p:txBody>
      </p:sp>
      <p:sp>
        <p:nvSpPr>
          <p:cNvPr id="7" name="Google Shape;7;p1"/>
          <p:cNvSpPr txBox="1">
            <a:spLocks noGrp="1"/>
          </p:cNvSpPr>
          <p:nvPr>
            <p:ph type="body" idx="1"/>
          </p:nvPr>
        </p:nvSpPr>
        <p:spPr>
          <a:xfrm>
            <a:off x="950967" y="1536633"/>
            <a:ext cx="10290000" cy="45552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1pPr>
            <a:lvl2pPr marL="914400" lvl="1"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2pPr>
            <a:lvl3pPr marL="1371600" lvl="2"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3pPr>
            <a:lvl4pPr marL="1828800" lvl="3"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4pPr>
            <a:lvl5pPr marL="2286000" lvl="4"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5pPr>
            <a:lvl6pPr marL="2743200" lvl="5"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6pPr>
            <a:lvl7pPr marL="3200400" lvl="6"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7pPr>
            <a:lvl8pPr marL="3657600" lvl="7"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8pPr>
            <a:lvl9pPr marL="4114800" lvl="8"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9pPr>
          </a:lstStyle>
          <a:p>
            <a:endParaRPr/>
          </a:p>
        </p:txBody>
      </p:sp>
    </p:spTree>
    <p:extLst>
      <p:ext uri="{BB962C8B-B14F-4D97-AF65-F5344CB8AC3E}">
        <p14:creationId xmlns:p14="http://schemas.microsoft.com/office/powerpoint/2010/main" val="1371639094"/>
      </p:ext>
    </p:extLst>
  </p:cSld>
  <p:clrMap bg1="lt1" tx1="dk1" bg2="dk2" tx2="lt2" accent1="accent1" accent2="accent2" accent3="accent3" accent4="accent4" accent5="accent5" accent6="accent6" hlink="hlink" folHlink="folHlink"/>
  <p:sldLayoutIdLst>
    <p:sldLayoutId id="2147483661" r:id="rId1"/>
    <p:sldLayoutId id="2147483663" r:id="rId2"/>
    <p:sldLayoutId id="2147483664" r:id="rId3"/>
    <p:sldLayoutId id="2147483666" r:id="rId4"/>
    <p:sldLayoutId id="2147483667" r:id="rId5"/>
    <p:sldLayoutId id="2147483668" r:id="rId6"/>
    <p:sldLayoutId id="2147483669" r:id="rId7"/>
    <p:sldLayoutId id="2147483670" r:id="rId8"/>
    <p:sldLayoutId id="2147483671" r:id="rId9"/>
    <p:sldLayoutId id="2147483673" r:id="rId10"/>
    <p:sldLayoutId id="2147483674" r:id="rId11"/>
    <p:sldLayoutId id="2147483677" r:id="rId12"/>
    <p:sldLayoutId id="2147483679" r:id="rId13"/>
    <p:sldLayoutId id="2147483680" r:id="rId14"/>
    <p:sldLayoutId id="2147483682" r:id="rId15"/>
    <p:sldLayoutId id="2147483683" r:id="rId16"/>
    <p:sldLayoutId id="2147483684" r:id="rId17"/>
    <p:sldLayoutId id="2147483685" r:id="rId18"/>
    <p:sldLayoutId id="2147483686" r:id="rId19"/>
    <p:sldLayoutId id="2147483687" r:id="rId20"/>
    <p:sldLayoutId id="2147483688" r:id="rId21"/>
    <p:sldLayoutId id="2147483689" r:id="rId22"/>
    <p:sldLayoutId id="2147483690" r:id="rId23"/>
    <p:sldLayoutId id="2147483694" r:id="rId24"/>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282"/>
        <p:cNvGrpSpPr/>
        <p:nvPr/>
      </p:nvGrpSpPr>
      <p:grpSpPr>
        <a:xfrm>
          <a:off x="0" y="0"/>
          <a:ext cx="0" cy="0"/>
          <a:chOff x="0" y="0"/>
          <a:chExt cx="0" cy="0"/>
        </a:xfrm>
      </p:grpSpPr>
      <p:sp>
        <p:nvSpPr>
          <p:cNvPr id="283" name="Google Shape;283;p32"/>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284" name="Google Shape;284;p32"/>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1790790620"/>
      </p:ext>
    </p:extLst>
  </p:cSld>
  <p:clrMap bg1="lt1" tx1="dk1" bg2="dk2" tx2="lt2" accent1="accent1" accent2="accent2" accent3="accent3" accent4="accent4" accent5="accent5" accent6="accent6" hlink="hlink" folHlink="folHlink"/>
  <p:sldLayoutIdLst>
    <p:sldLayoutId id="2147483692" r:id="rId1"/>
    <p:sldLayoutId id="2147483693"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4.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E3A43-71B1-C788-A41A-C194D734FF49}"/>
              </a:ext>
            </a:extLst>
          </p:cNvPr>
          <p:cNvSpPr>
            <a:spLocks noGrp="1"/>
          </p:cNvSpPr>
          <p:nvPr>
            <p:ph type="ctrTitle"/>
          </p:nvPr>
        </p:nvSpPr>
        <p:spPr/>
        <p:txBody>
          <a:bodyPr/>
          <a:lstStyle/>
          <a:p>
            <a:r>
              <a:rPr lang="en-US" sz="4400" dirty="0"/>
              <a:t>Evaluating LLM Causal Knowledge Extraction from Central Bank Communications</a:t>
            </a:r>
            <a:endParaRPr lang="en-CA" sz="4400" dirty="0"/>
          </a:p>
        </p:txBody>
      </p:sp>
      <p:sp>
        <p:nvSpPr>
          <p:cNvPr id="3" name="Subtitle 2">
            <a:extLst>
              <a:ext uri="{FF2B5EF4-FFF2-40B4-BE49-F238E27FC236}">
                <a16:creationId xmlns:a16="http://schemas.microsoft.com/office/drawing/2014/main" id="{ED3AAC95-1308-3042-7535-1CED84EBB609}"/>
              </a:ext>
            </a:extLst>
          </p:cNvPr>
          <p:cNvSpPr>
            <a:spLocks noGrp="1"/>
          </p:cNvSpPr>
          <p:nvPr>
            <p:ph type="subTitle" idx="1"/>
          </p:nvPr>
        </p:nvSpPr>
        <p:spPr/>
        <p:txBody>
          <a:bodyPr/>
          <a:lstStyle/>
          <a:p>
            <a:r>
              <a:rPr lang="en-US" dirty="0"/>
              <a:t>Florent Samson</a:t>
            </a:r>
            <a:endParaRPr lang="en-CA" dirty="0"/>
          </a:p>
        </p:txBody>
      </p:sp>
    </p:spTree>
    <p:extLst>
      <p:ext uri="{BB962C8B-B14F-4D97-AF65-F5344CB8AC3E}">
        <p14:creationId xmlns:p14="http://schemas.microsoft.com/office/powerpoint/2010/main" val="245229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B061F-4083-1D32-BB2F-C1CD81A149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BB7F94-9370-25DE-DE30-53F262F2360D}"/>
              </a:ext>
            </a:extLst>
          </p:cNvPr>
          <p:cNvSpPr>
            <a:spLocks noGrp="1"/>
          </p:cNvSpPr>
          <p:nvPr>
            <p:ph type="title"/>
          </p:nvPr>
        </p:nvSpPr>
        <p:spPr/>
        <p:txBody>
          <a:bodyPr/>
          <a:lstStyle/>
          <a:p>
            <a:r>
              <a:rPr lang="en-US" dirty="0"/>
              <a:t>Central Banking &amp; FOMC Minutes</a:t>
            </a:r>
            <a:endParaRPr lang="en-CA" dirty="0"/>
          </a:p>
        </p:txBody>
      </p:sp>
      <p:sp>
        <p:nvSpPr>
          <p:cNvPr id="3" name="Subtitle 2">
            <a:extLst>
              <a:ext uri="{FF2B5EF4-FFF2-40B4-BE49-F238E27FC236}">
                <a16:creationId xmlns:a16="http://schemas.microsoft.com/office/drawing/2014/main" id="{E0CE28CD-EBF6-A38A-A675-A728F433C9DB}"/>
              </a:ext>
            </a:extLst>
          </p:cNvPr>
          <p:cNvSpPr>
            <a:spLocks noGrp="1"/>
          </p:cNvSpPr>
          <p:nvPr>
            <p:ph type="subTitle" idx="1"/>
          </p:nvPr>
        </p:nvSpPr>
        <p:spPr>
          <a:xfrm>
            <a:off x="542650" y="2081842"/>
            <a:ext cx="5133531" cy="4284452"/>
          </a:xfrm>
        </p:spPr>
        <p:txBody>
          <a:bodyPr/>
          <a:lstStyle/>
          <a:p>
            <a:pPr marL="609600" lvl="1" indent="0" algn="l"/>
            <a:r>
              <a:rPr lang="en-US" sz="2000" dirty="0">
                <a:latin typeface="Raleway ExtraBold" pitchFamily="2" charset="0"/>
              </a:rPr>
              <a:t>Federal Reserve</a:t>
            </a:r>
          </a:p>
          <a:p>
            <a:pPr marL="609600" lvl="1" indent="0" algn="l"/>
            <a:endParaRPr lang="en-US" sz="2000" b="1" dirty="0"/>
          </a:p>
          <a:p>
            <a:pPr lvl="1" algn="l">
              <a:buFont typeface="Arial" panose="020B0604020202020204" pitchFamily="34" charset="0"/>
              <a:buChar char="•"/>
            </a:pPr>
            <a:r>
              <a:rPr lang="en-US" sz="1800" dirty="0"/>
              <a:t>Set monetary policy to maintain price stability and maximize employment</a:t>
            </a:r>
          </a:p>
          <a:p>
            <a:pPr lvl="1" algn="l">
              <a:buFont typeface="Arial" panose="020B0604020202020204" pitchFamily="34" charset="0"/>
              <a:buChar char="•"/>
            </a:pPr>
            <a:endParaRPr lang="en-US" sz="1800" dirty="0"/>
          </a:p>
          <a:p>
            <a:pPr lvl="1" algn="l">
              <a:buFont typeface="Arial" panose="020B0604020202020204" pitchFamily="34" charset="0"/>
              <a:buChar char="•"/>
            </a:pPr>
            <a:r>
              <a:rPr lang="en-US" sz="1800" dirty="0"/>
              <a:t>People and markets’ expectations about the economy shape the trajectory of these variables</a:t>
            </a:r>
          </a:p>
          <a:p>
            <a:pPr lvl="1" algn="l">
              <a:buFont typeface="Arial" panose="020B0604020202020204" pitchFamily="34" charset="0"/>
              <a:buChar char="•"/>
            </a:pPr>
            <a:endParaRPr lang="en-US" sz="1800" dirty="0"/>
          </a:p>
          <a:p>
            <a:pPr lvl="1" algn="l">
              <a:buFont typeface="Arial" panose="020B0604020202020204" pitchFamily="34" charset="0"/>
              <a:buChar char="•"/>
            </a:pPr>
            <a:r>
              <a:rPr lang="en-US" sz="1800" dirty="0"/>
              <a:t>Central banks influence expectations through their communications to the public </a:t>
            </a:r>
          </a:p>
          <a:p>
            <a:pPr lvl="1" algn="l">
              <a:buFont typeface="Arial" panose="020B0604020202020204" pitchFamily="34" charset="0"/>
              <a:buChar char="•"/>
            </a:pPr>
            <a:endParaRPr lang="en-US" sz="1800" dirty="0"/>
          </a:p>
          <a:p>
            <a:pPr lvl="1" algn="l">
              <a:buFont typeface="Arial" panose="020B0604020202020204" pitchFamily="34" charset="0"/>
              <a:buChar char="•"/>
            </a:pPr>
            <a:r>
              <a:rPr lang="en-US" sz="1800" dirty="0"/>
              <a:t>Financial markets react in real time to Central Banks’ communications</a:t>
            </a:r>
          </a:p>
          <a:p>
            <a:pPr lvl="1" algn="l">
              <a:buFont typeface="Arial" panose="020B0604020202020204" pitchFamily="34" charset="0"/>
              <a:buChar char="•"/>
            </a:pPr>
            <a:endParaRPr lang="en-US" sz="2000" dirty="0"/>
          </a:p>
        </p:txBody>
      </p:sp>
      <p:sp>
        <p:nvSpPr>
          <p:cNvPr id="4" name="Subtitle 2">
            <a:extLst>
              <a:ext uri="{FF2B5EF4-FFF2-40B4-BE49-F238E27FC236}">
                <a16:creationId xmlns:a16="http://schemas.microsoft.com/office/drawing/2014/main" id="{A395B08C-92D9-91B7-AE06-35F8B3FD625D}"/>
              </a:ext>
            </a:extLst>
          </p:cNvPr>
          <p:cNvSpPr txBox="1">
            <a:spLocks/>
          </p:cNvSpPr>
          <p:nvPr/>
        </p:nvSpPr>
        <p:spPr>
          <a:xfrm>
            <a:off x="5629361" y="2030083"/>
            <a:ext cx="5751756" cy="42844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1pPr>
            <a:lvl2pPr marL="914400" marR="0" lvl="1"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2pPr>
            <a:lvl3pPr marL="1371600" marR="0" lvl="2"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3pPr>
            <a:lvl4pPr marL="1828800" marR="0" lvl="3"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4pPr>
            <a:lvl5pPr marL="2286000" marR="0" lvl="4"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5pPr>
            <a:lvl6pPr marL="2743200" marR="0" lvl="5"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6pPr>
            <a:lvl7pPr marL="3200400" marR="0" lvl="6"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7pPr>
            <a:lvl8pPr marL="3657600" marR="0" lvl="7"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8pPr>
            <a:lvl9pPr marL="4114800" marR="0" lvl="8"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9pPr>
          </a:lstStyle>
          <a:p>
            <a:pPr marL="609600" lvl="1" indent="0" algn="l"/>
            <a:r>
              <a:rPr lang="en-US" sz="2000" dirty="0">
                <a:latin typeface="Raleway ExtraBold" pitchFamily="2" charset="0"/>
              </a:rPr>
              <a:t>FOMC Minutes</a:t>
            </a:r>
          </a:p>
          <a:p>
            <a:pPr marL="609600" lvl="1" indent="0" algn="l"/>
            <a:r>
              <a:rPr lang="en-US" sz="1800" dirty="0">
                <a:latin typeface="Raleway Medium" pitchFamily="2" charset="0"/>
              </a:rPr>
              <a:t>The FOMC meets 8x per year. Release meeting minutes to the public afterwards</a:t>
            </a:r>
          </a:p>
          <a:p>
            <a:pPr marL="609600" lvl="1" indent="0" algn="l"/>
            <a:endParaRPr lang="en-US" sz="2000" b="1" dirty="0">
              <a:latin typeface="Raleway ExtraBold" pitchFamily="2" charset="0"/>
            </a:endParaRPr>
          </a:p>
          <a:p>
            <a:pPr lvl="1" algn="l">
              <a:buFont typeface="Arial" panose="020B0604020202020204" pitchFamily="34" charset="0"/>
              <a:buChar char="•"/>
            </a:pPr>
            <a:r>
              <a:rPr lang="en-US" sz="1800" dirty="0">
                <a:latin typeface="Raleway ExtraBold" pitchFamily="2" charset="0"/>
              </a:rPr>
              <a:t>Staff Review of the Economic Conditions</a:t>
            </a:r>
          </a:p>
          <a:p>
            <a:pPr lvl="1" algn="l">
              <a:buFont typeface="Arial" panose="020B0604020202020204" pitchFamily="34" charset="0"/>
              <a:buChar char="•"/>
            </a:pPr>
            <a:endParaRPr lang="en-US" sz="1800" dirty="0">
              <a:latin typeface="Raleway ExtraBold" pitchFamily="2" charset="0"/>
            </a:endParaRPr>
          </a:p>
          <a:p>
            <a:pPr lvl="1" algn="l">
              <a:buFont typeface="Arial" panose="020B0604020202020204" pitchFamily="34" charset="0"/>
              <a:buChar char="•"/>
            </a:pPr>
            <a:r>
              <a:rPr lang="en-US" sz="1800" dirty="0">
                <a:latin typeface="Raleway ExtraBold" pitchFamily="2" charset="0"/>
              </a:rPr>
              <a:t>Participant’s View on Current Conditions</a:t>
            </a:r>
          </a:p>
          <a:p>
            <a:pPr lvl="1" algn="l">
              <a:buFont typeface="Arial" panose="020B0604020202020204" pitchFamily="34" charset="0"/>
              <a:buChar char="•"/>
            </a:pPr>
            <a:endParaRPr lang="en-US" sz="1800" dirty="0">
              <a:latin typeface="Raleway ExtraBold" pitchFamily="2" charset="0"/>
            </a:endParaRPr>
          </a:p>
          <a:p>
            <a:pPr lvl="1" algn="l">
              <a:buFont typeface="Arial" panose="020B0604020202020204" pitchFamily="34" charset="0"/>
              <a:buChar char="•"/>
            </a:pPr>
            <a:r>
              <a:rPr lang="en-US" sz="1800" dirty="0">
                <a:latin typeface="Raleway ExtraBold" pitchFamily="2" charset="0"/>
              </a:rPr>
              <a:t>Policy Decision &amp; Rationale</a:t>
            </a:r>
          </a:p>
          <a:p>
            <a:pPr lvl="1" algn="l">
              <a:buFont typeface="Arial" panose="020B0604020202020204" pitchFamily="34" charset="0"/>
              <a:buChar char="•"/>
            </a:pPr>
            <a:endParaRPr lang="en-US" sz="2000" dirty="0"/>
          </a:p>
        </p:txBody>
      </p:sp>
    </p:spTree>
    <p:extLst>
      <p:ext uri="{BB962C8B-B14F-4D97-AF65-F5344CB8AC3E}">
        <p14:creationId xmlns:p14="http://schemas.microsoft.com/office/powerpoint/2010/main" val="884948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B87E2-3BAC-8398-EE39-5694E0BA6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0E80C9-94AF-36F0-5ADE-FD359060EFE0}"/>
              </a:ext>
            </a:extLst>
          </p:cNvPr>
          <p:cNvSpPr>
            <a:spLocks noGrp="1"/>
          </p:cNvSpPr>
          <p:nvPr>
            <p:ph type="title"/>
          </p:nvPr>
        </p:nvSpPr>
        <p:spPr/>
        <p:txBody>
          <a:bodyPr/>
          <a:lstStyle/>
          <a:p>
            <a:r>
              <a:rPr lang="en-US" dirty="0"/>
              <a:t>Research Question &amp; Contributions</a:t>
            </a:r>
            <a:endParaRPr lang="en-CA" dirty="0"/>
          </a:p>
        </p:txBody>
      </p:sp>
      <p:sp>
        <p:nvSpPr>
          <p:cNvPr id="3" name="Subtitle 2">
            <a:extLst>
              <a:ext uri="{FF2B5EF4-FFF2-40B4-BE49-F238E27FC236}">
                <a16:creationId xmlns:a16="http://schemas.microsoft.com/office/drawing/2014/main" id="{955A8AB4-CFC4-72DB-E432-65C96EAA6D48}"/>
              </a:ext>
            </a:extLst>
          </p:cNvPr>
          <p:cNvSpPr>
            <a:spLocks noGrp="1"/>
          </p:cNvSpPr>
          <p:nvPr>
            <p:ph type="subTitle" idx="1"/>
          </p:nvPr>
        </p:nvSpPr>
        <p:spPr>
          <a:xfrm>
            <a:off x="950967" y="2185896"/>
            <a:ext cx="9269200" cy="1184694"/>
          </a:xfrm>
        </p:spPr>
        <p:txBody>
          <a:bodyPr/>
          <a:lstStyle/>
          <a:p>
            <a:pPr marL="609600" lvl="1" indent="0" algn="l"/>
            <a:r>
              <a:rPr lang="en-US" sz="2000" dirty="0"/>
              <a:t>“</a:t>
            </a:r>
            <a:r>
              <a:rPr lang="en-US" sz="2000" i="1" dirty="0"/>
              <a:t>How reliably can LLMs extract causal relationships from Central Banks communications, and do failure rates and failure modes vary systematically across linguistic complexity and economic regime?</a:t>
            </a:r>
            <a:r>
              <a:rPr lang="en-US" sz="2000" dirty="0"/>
              <a:t>”</a:t>
            </a:r>
          </a:p>
        </p:txBody>
      </p:sp>
      <p:sp>
        <p:nvSpPr>
          <p:cNvPr id="4" name="Subtitle 2">
            <a:extLst>
              <a:ext uri="{FF2B5EF4-FFF2-40B4-BE49-F238E27FC236}">
                <a16:creationId xmlns:a16="http://schemas.microsoft.com/office/drawing/2014/main" id="{929E59B6-3423-2F3A-793E-3D09F8AB4CF7}"/>
              </a:ext>
            </a:extLst>
          </p:cNvPr>
          <p:cNvSpPr txBox="1">
            <a:spLocks/>
          </p:cNvSpPr>
          <p:nvPr/>
        </p:nvSpPr>
        <p:spPr>
          <a:xfrm>
            <a:off x="789940" y="3591463"/>
            <a:ext cx="5229441" cy="23782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1pPr>
            <a:lvl2pPr marL="914400" marR="0" lvl="1"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2pPr>
            <a:lvl3pPr marL="1371600" marR="0" lvl="2"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3pPr>
            <a:lvl4pPr marL="1828800" marR="0" lvl="3"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4pPr>
            <a:lvl5pPr marL="2286000" marR="0" lvl="4"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5pPr>
            <a:lvl6pPr marL="2743200" marR="0" lvl="5"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6pPr>
            <a:lvl7pPr marL="3200400" marR="0" lvl="6"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7pPr>
            <a:lvl8pPr marL="3657600" marR="0" lvl="7"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8pPr>
            <a:lvl9pPr marL="4114800" marR="0" lvl="8"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9pPr>
          </a:lstStyle>
          <a:p>
            <a:pPr marL="609600" lvl="1" indent="0" algn="l"/>
            <a:r>
              <a:rPr lang="en-US" sz="2000" dirty="0">
                <a:latin typeface="Raleway ExtraBold" pitchFamily="2" charset="0"/>
              </a:rPr>
              <a:t>Motivation</a:t>
            </a:r>
          </a:p>
          <a:p>
            <a:pPr marL="952500" lvl="1" indent="-342900" algn="l">
              <a:lnSpc>
                <a:spcPct val="150000"/>
              </a:lnSpc>
              <a:buFont typeface="Arial" panose="020B0604020202020204" pitchFamily="34" charset="0"/>
              <a:buChar char="•"/>
            </a:pPr>
            <a:r>
              <a:rPr lang="en-US" sz="1800" dirty="0"/>
              <a:t>Application to specialized field</a:t>
            </a:r>
          </a:p>
          <a:p>
            <a:pPr marL="952500" lvl="1" indent="-342900" algn="l">
              <a:lnSpc>
                <a:spcPct val="150000"/>
              </a:lnSpc>
              <a:buFont typeface="Arial" panose="020B0604020202020204" pitchFamily="34" charset="0"/>
              <a:buChar char="•"/>
            </a:pPr>
            <a:r>
              <a:rPr lang="en-US" sz="1800" dirty="0"/>
              <a:t>Automate knowledge extraction</a:t>
            </a:r>
          </a:p>
          <a:p>
            <a:pPr marL="952500" lvl="1" indent="-342900" algn="l">
              <a:lnSpc>
                <a:spcPct val="150000"/>
              </a:lnSpc>
              <a:buFont typeface="Arial" panose="020B0604020202020204" pitchFamily="34" charset="0"/>
              <a:buChar char="•"/>
            </a:pPr>
            <a:r>
              <a:rPr lang="en-US" sz="1800" dirty="0"/>
              <a:t>Heavily hedged language</a:t>
            </a:r>
          </a:p>
        </p:txBody>
      </p:sp>
      <p:sp>
        <p:nvSpPr>
          <p:cNvPr id="5" name="Subtitle 2">
            <a:extLst>
              <a:ext uri="{FF2B5EF4-FFF2-40B4-BE49-F238E27FC236}">
                <a16:creationId xmlns:a16="http://schemas.microsoft.com/office/drawing/2014/main" id="{6AA4D0E1-76FD-C757-0B38-B1E6F1BAFC39}"/>
              </a:ext>
            </a:extLst>
          </p:cNvPr>
          <p:cNvSpPr txBox="1">
            <a:spLocks/>
          </p:cNvSpPr>
          <p:nvPr/>
        </p:nvSpPr>
        <p:spPr>
          <a:xfrm>
            <a:off x="5309522" y="3591463"/>
            <a:ext cx="5778297" cy="23782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1pPr>
            <a:lvl2pPr marL="914400" marR="0" lvl="1"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2pPr>
            <a:lvl3pPr marL="1371600" marR="0" lvl="2"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3pPr>
            <a:lvl4pPr marL="1828800" marR="0" lvl="3"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4pPr>
            <a:lvl5pPr marL="2286000" marR="0" lvl="4"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5pPr>
            <a:lvl6pPr marL="2743200" marR="0" lvl="5"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6pPr>
            <a:lvl7pPr marL="3200400" marR="0" lvl="6"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7pPr>
            <a:lvl8pPr marL="3657600" marR="0" lvl="7"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8pPr>
            <a:lvl9pPr marL="4114800" marR="0" lvl="8"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9pPr>
          </a:lstStyle>
          <a:p>
            <a:pPr marL="609600" lvl="1" indent="0" algn="l"/>
            <a:r>
              <a:rPr lang="en-US" sz="2000" dirty="0">
                <a:latin typeface="Raleway ExtraBold" pitchFamily="2" charset="0"/>
              </a:rPr>
              <a:t>Contributions</a:t>
            </a:r>
          </a:p>
          <a:p>
            <a:pPr marL="952500" lvl="1" indent="-342900" algn="l">
              <a:lnSpc>
                <a:spcPct val="150000"/>
              </a:lnSpc>
              <a:buFont typeface="Arial" panose="020B0604020202020204" pitchFamily="34" charset="0"/>
              <a:buChar char="•"/>
            </a:pPr>
            <a:r>
              <a:rPr lang="en-US" sz="1800" dirty="0"/>
              <a:t>Faithfulness benchmark stratified by complexity</a:t>
            </a:r>
          </a:p>
          <a:p>
            <a:pPr marL="952500" lvl="1" indent="-342900" algn="l">
              <a:lnSpc>
                <a:spcPct val="150000"/>
              </a:lnSpc>
              <a:buFont typeface="Arial" panose="020B0604020202020204" pitchFamily="34" charset="0"/>
              <a:buChar char="•"/>
            </a:pPr>
            <a:r>
              <a:rPr lang="en-US" sz="1800" dirty="0"/>
              <a:t>Characterize 5 failure modes</a:t>
            </a:r>
          </a:p>
          <a:p>
            <a:pPr marL="952500" lvl="1" indent="-342900" algn="l">
              <a:lnSpc>
                <a:spcPct val="150000"/>
              </a:lnSpc>
              <a:buFont typeface="Arial" panose="020B0604020202020204" pitchFamily="34" charset="0"/>
              <a:buChar char="•"/>
            </a:pPr>
            <a:r>
              <a:rPr lang="en-US" sz="1800" dirty="0"/>
              <a:t>Evolution of faithfulness &amp; failure across time/regimes</a:t>
            </a:r>
          </a:p>
        </p:txBody>
      </p:sp>
    </p:spTree>
    <p:extLst>
      <p:ext uri="{BB962C8B-B14F-4D97-AF65-F5344CB8AC3E}">
        <p14:creationId xmlns:p14="http://schemas.microsoft.com/office/powerpoint/2010/main" val="3691200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95E22-FB5E-DA67-2484-EEC6EA017A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1FAB0-05F2-6E60-DAB6-975371E56143}"/>
              </a:ext>
            </a:extLst>
          </p:cNvPr>
          <p:cNvSpPr>
            <a:spLocks noGrp="1"/>
          </p:cNvSpPr>
          <p:nvPr>
            <p:ph type="title"/>
          </p:nvPr>
        </p:nvSpPr>
        <p:spPr/>
        <p:txBody>
          <a:bodyPr/>
          <a:lstStyle/>
          <a:p>
            <a:r>
              <a:rPr lang="en-US" dirty="0"/>
              <a:t>Dataset</a:t>
            </a:r>
            <a:endParaRPr lang="en-CA" dirty="0"/>
          </a:p>
        </p:txBody>
      </p:sp>
      <p:sp>
        <p:nvSpPr>
          <p:cNvPr id="3" name="Subtitle 2">
            <a:extLst>
              <a:ext uri="{FF2B5EF4-FFF2-40B4-BE49-F238E27FC236}">
                <a16:creationId xmlns:a16="http://schemas.microsoft.com/office/drawing/2014/main" id="{63D0ECEF-520E-9DC4-5E80-65CF62582251}"/>
              </a:ext>
            </a:extLst>
          </p:cNvPr>
          <p:cNvSpPr>
            <a:spLocks noGrp="1"/>
          </p:cNvSpPr>
          <p:nvPr>
            <p:ph type="subTitle" idx="1"/>
          </p:nvPr>
        </p:nvSpPr>
        <p:spPr>
          <a:xfrm>
            <a:off x="759125" y="2196862"/>
            <a:ext cx="10213673" cy="540588"/>
          </a:xfrm>
        </p:spPr>
        <p:txBody>
          <a:bodyPr/>
          <a:lstStyle/>
          <a:p>
            <a:pPr marL="609600" lvl="1" indent="0" algn="l"/>
            <a:r>
              <a:rPr lang="en-US" sz="2000" dirty="0">
                <a:latin typeface="Raleway ExtraBold" pitchFamily="2" charset="0"/>
              </a:rPr>
              <a:t>“FOMC Meeting Statements and Minutes dataset (Tasca, 2023)” </a:t>
            </a:r>
            <a:r>
              <a:rPr lang="en-US" sz="2000" dirty="0"/>
              <a:t>from Kaggle</a:t>
            </a:r>
          </a:p>
        </p:txBody>
      </p:sp>
      <p:sp>
        <p:nvSpPr>
          <p:cNvPr id="4" name="Subtitle 2">
            <a:extLst>
              <a:ext uri="{FF2B5EF4-FFF2-40B4-BE49-F238E27FC236}">
                <a16:creationId xmlns:a16="http://schemas.microsoft.com/office/drawing/2014/main" id="{FD849E42-DFE7-85AA-83E2-AE551CD415E4}"/>
              </a:ext>
            </a:extLst>
          </p:cNvPr>
          <p:cNvSpPr txBox="1">
            <a:spLocks/>
          </p:cNvSpPr>
          <p:nvPr/>
        </p:nvSpPr>
        <p:spPr>
          <a:xfrm>
            <a:off x="759125" y="3044812"/>
            <a:ext cx="5014823" cy="292488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1pPr>
            <a:lvl2pPr marL="914400" marR="0" lvl="1"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2pPr>
            <a:lvl3pPr marL="1371600" marR="0" lvl="2"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3pPr>
            <a:lvl4pPr marL="1828800" marR="0" lvl="3"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4pPr>
            <a:lvl5pPr marL="2286000" marR="0" lvl="4"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5pPr>
            <a:lvl6pPr marL="2743200" marR="0" lvl="5"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6pPr>
            <a:lvl7pPr marL="3200400" marR="0" lvl="6"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7pPr>
            <a:lvl8pPr marL="3657600" marR="0" lvl="7"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8pPr>
            <a:lvl9pPr marL="4114800" marR="0" lvl="8"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9pPr>
          </a:lstStyle>
          <a:p>
            <a:pPr marL="609600" lvl="1" indent="0" algn="l">
              <a:lnSpc>
                <a:spcPct val="150000"/>
              </a:lnSpc>
            </a:pPr>
            <a:r>
              <a:rPr lang="en-US" sz="2000" dirty="0"/>
              <a:t>Sample 10 meetings per periods:</a:t>
            </a:r>
          </a:p>
          <a:p>
            <a:pPr marL="952500" lvl="1" indent="-342900" algn="l">
              <a:lnSpc>
                <a:spcPct val="150000"/>
              </a:lnSpc>
              <a:buFont typeface="Arial" panose="020B0604020202020204" pitchFamily="34" charset="0"/>
              <a:buChar char="•"/>
            </a:pPr>
            <a:r>
              <a:rPr lang="en-US" sz="2000" dirty="0"/>
              <a:t>Great Moderation (1994-2007)</a:t>
            </a:r>
          </a:p>
          <a:p>
            <a:pPr marL="952500" lvl="1" indent="-342900" algn="l">
              <a:lnSpc>
                <a:spcPct val="150000"/>
              </a:lnSpc>
              <a:buFont typeface="Arial" panose="020B0604020202020204" pitchFamily="34" charset="0"/>
              <a:buChar char="•"/>
            </a:pPr>
            <a:r>
              <a:rPr lang="en-US" sz="2000" dirty="0"/>
              <a:t>Post-Crisis ZLB (2010-2019)</a:t>
            </a:r>
          </a:p>
          <a:p>
            <a:pPr marL="952500" lvl="1" indent="-342900" algn="l">
              <a:lnSpc>
                <a:spcPct val="150000"/>
              </a:lnSpc>
              <a:buFont typeface="Arial" panose="020B0604020202020204" pitchFamily="34" charset="0"/>
              <a:buChar char="•"/>
            </a:pPr>
            <a:r>
              <a:rPr lang="en-US" sz="2000" dirty="0"/>
              <a:t>Post-COVID (2022-2025)</a:t>
            </a:r>
          </a:p>
        </p:txBody>
      </p:sp>
      <p:sp>
        <p:nvSpPr>
          <p:cNvPr id="5" name="Subtitle 2">
            <a:extLst>
              <a:ext uri="{FF2B5EF4-FFF2-40B4-BE49-F238E27FC236}">
                <a16:creationId xmlns:a16="http://schemas.microsoft.com/office/drawing/2014/main" id="{458F8FC3-22DB-47D2-4478-78628EFBFC7D}"/>
              </a:ext>
            </a:extLst>
          </p:cNvPr>
          <p:cNvSpPr txBox="1">
            <a:spLocks/>
          </p:cNvSpPr>
          <p:nvPr/>
        </p:nvSpPr>
        <p:spPr>
          <a:xfrm>
            <a:off x="5566367" y="3044812"/>
            <a:ext cx="5014823" cy="292488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1pPr>
            <a:lvl2pPr marL="914400" marR="0" lvl="1"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2pPr>
            <a:lvl3pPr marL="1371600" marR="0" lvl="2"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3pPr>
            <a:lvl4pPr marL="1828800" marR="0" lvl="3"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4pPr>
            <a:lvl5pPr marL="2286000" marR="0" lvl="4"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5pPr>
            <a:lvl6pPr marL="2743200" marR="0" lvl="5"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6pPr>
            <a:lvl7pPr marL="3200400" marR="0" lvl="6"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7pPr>
            <a:lvl8pPr marL="3657600" marR="0" lvl="7"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8pPr>
            <a:lvl9pPr marL="4114800" marR="0" lvl="8"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9pPr>
          </a:lstStyle>
          <a:p>
            <a:pPr marL="952500" lvl="1" indent="-342900" algn="l">
              <a:buFont typeface="Arial" panose="020B0604020202020204" pitchFamily="34" charset="0"/>
              <a:buChar char="•"/>
            </a:pPr>
            <a:r>
              <a:rPr lang="en-US" sz="2000" dirty="0"/>
              <a:t>Select relevant sections</a:t>
            </a:r>
            <a:br>
              <a:rPr lang="en-US" sz="2000" dirty="0"/>
            </a:br>
            <a:endParaRPr lang="en-US" sz="2000" dirty="0"/>
          </a:p>
          <a:p>
            <a:pPr marL="952500" lvl="1" indent="-342900" algn="l">
              <a:buFont typeface="Arial" panose="020B0604020202020204" pitchFamily="34" charset="0"/>
              <a:buChar char="•"/>
            </a:pPr>
            <a:r>
              <a:rPr lang="en-US" sz="2000" dirty="0"/>
              <a:t>Split into passages of max 5 sentences using NLTK</a:t>
            </a:r>
            <a:br>
              <a:rPr lang="en-US" sz="2000" dirty="0"/>
            </a:br>
            <a:endParaRPr lang="en-US" sz="2000" dirty="0"/>
          </a:p>
          <a:p>
            <a:pPr marL="952500" lvl="1" indent="-342900" algn="l">
              <a:buFont typeface="Arial" panose="020B0604020202020204" pitchFamily="34" charset="0"/>
              <a:buChar char="•"/>
            </a:pPr>
            <a:r>
              <a:rPr lang="en-US" sz="2000" dirty="0"/>
              <a:t>Randomly sample 67 passages from each period for a total of 201 passages</a:t>
            </a:r>
          </a:p>
          <a:p>
            <a:pPr marL="952500" lvl="1" indent="-342900" algn="l">
              <a:lnSpc>
                <a:spcPct val="150000"/>
              </a:lnSpc>
              <a:buFont typeface="Arial" panose="020B0604020202020204" pitchFamily="34" charset="0"/>
              <a:buChar char="•"/>
            </a:pPr>
            <a:endParaRPr lang="en-US" sz="2000" dirty="0"/>
          </a:p>
        </p:txBody>
      </p:sp>
    </p:spTree>
    <p:extLst>
      <p:ext uri="{BB962C8B-B14F-4D97-AF65-F5344CB8AC3E}">
        <p14:creationId xmlns:p14="http://schemas.microsoft.com/office/powerpoint/2010/main" val="1574863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4226B-3AD5-B4F6-C77B-C60912E64F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5A97F6-24AF-DCFF-22BF-A7A2B5376224}"/>
              </a:ext>
            </a:extLst>
          </p:cNvPr>
          <p:cNvSpPr>
            <a:spLocks noGrp="1"/>
          </p:cNvSpPr>
          <p:nvPr>
            <p:ph type="title"/>
          </p:nvPr>
        </p:nvSpPr>
        <p:spPr/>
        <p:txBody>
          <a:bodyPr/>
          <a:lstStyle/>
          <a:p>
            <a:r>
              <a:rPr lang="en-US" dirty="0"/>
              <a:t>Causal Triplet </a:t>
            </a:r>
            <a:endParaRPr lang="en-CA" dirty="0"/>
          </a:p>
        </p:txBody>
      </p:sp>
      <p:sp>
        <p:nvSpPr>
          <p:cNvPr id="3" name="Subtitle 2">
            <a:extLst>
              <a:ext uri="{FF2B5EF4-FFF2-40B4-BE49-F238E27FC236}">
                <a16:creationId xmlns:a16="http://schemas.microsoft.com/office/drawing/2014/main" id="{9EC43F11-6CBE-FAAC-3137-622659D907E5}"/>
              </a:ext>
            </a:extLst>
          </p:cNvPr>
          <p:cNvSpPr>
            <a:spLocks noGrp="1"/>
          </p:cNvSpPr>
          <p:nvPr>
            <p:ph type="subTitle" idx="1"/>
          </p:nvPr>
        </p:nvSpPr>
        <p:spPr>
          <a:xfrm>
            <a:off x="950967" y="2467155"/>
            <a:ext cx="9269200" cy="3282777"/>
          </a:xfrm>
        </p:spPr>
        <p:txBody>
          <a:bodyPr/>
          <a:lstStyle/>
          <a:p>
            <a:pPr lvl="1" algn="l">
              <a:buFont typeface="Arial" panose="020B0604020202020204" pitchFamily="34" charset="0"/>
              <a:buChar char="•"/>
            </a:pPr>
            <a:r>
              <a:rPr lang="en-US" sz="2000" dirty="0">
                <a:latin typeface="Raleway ExtraBold" pitchFamily="2" charset="0"/>
              </a:rPr>
              <a:t>Cause</a:t>
            </a:r>
            <a:r>
              <a:rPr lang="en-US" sz="2000" dirty="0"/>
              <a:t>: factor producing the effect</a:t>
            </a:r>
          </a:p>
          <a:p>
            <a:pPr lvl="1" algn="l">
              <a:buFont typeface="Arial" panose="020B0604020202020204" pitchFamily="34" charset="0"/>
              <a:buChar char="•"/>
            </a:pPr>
            <a:r>
              <a:rPr lang="en-US" sz="2000" dirty="0">
                <a:latin typeface="Raleway ExtraBold" pitchFamily="2" charset="0"/>
              </a:rPr>
              <a:t>Effect</a:t>
            </a:r>
            <a:r>
              <a:rPr lang="en-US" sz="2000" dirty="0"/>
              <a:t>: outcome affected</a:t>
            </a:r>
          </a:p>
          <a:p>
            <a:pPr lvl="1" algn="l">
              <a:buFont typeface="Arial" panose="020B0604020202020204" pitchFamily="34" charset="0"/>
              <a:buChar char="•"/>
            </a:pPr>
            <a:r>
              <a:rPr lang="en-US" sz="2000" dirty="0">
                <a:latin typeface="Raleway ExtraBold" pitchFamily="2" charset="0"/>
              </a:rPr>
              <a:t>Connector</a:t>
            </a:r>
            <a:r>
              <a:rPr lang="en-US" sz="2000" dirty="0"/>
              <a:t>: core causal verb/mechanism</a:t>
            </a:r>
          </a:p>
          <a:p>
            <a:pPr lvl="1" algn="l">
              <a:buFont typeface="Arial" panose="020B0604020202020204" pitchFamily="34" charset="0"/>
              <a:buChar char="•"/>
            </a:pPr>
            <a:r>
              <a:rPr lang="en-US" sz="2000" dirty="0">
                <a:latin typeface="Raleway ExtraBold" pitchFamily="2" charset="0"/>
              </a:rPr>
              <a:t>Hedge</a:t>
            </a:r>
            <a:r>
              <a:rPr lang="en-US" sz="2000" dirty="0"/>
              <a:t>: uncertainty modifying the connector</a:t>
            </a:r>
          </a:p>
          <a:p>
            <a:pPr lvl="1" algn="l">
              <a:buFont typeface="Arial" panose="020B0604020202020204" pitchFamily="34" charset="0"/>
              <a:buChar char="•"/>
            </a:pPr>
            <a:r>
              <a:rPr lang="en-US" sz="2000" dirty="0">
                <a:latin typeface="Raleway ExtraBold" pitchFamily="2" charset="0"/>
              </a:rPr>
              <a:t>Direction</a:t>
            </a:r>
            <a:r>
              <a:rPr lang="en-US" sz="2000" dirty="0"/>
              <a:t>: </a:t>
            </a:r>
          </a:p>
          <a:p>
            <a:pPr lvl="2" algn="l">
              <a:buFont typeface="Arial" panose="020B0604020202020204" pitchFamily="34" charset="0"/>
              <a:buChar char="•"/>
            </a:pPr>
            <a:r>
              <a:rPr lang="en-US" sz="2000" dirty="0"/>
              <a:t>"</a:t>
            </a:r>
            <a:r>
              <a:rPr lang="en-US" sz="2000" dirty="0">
                <a:latin typeface="Raleway Medium" pitchFamily="2" charset="0"/>
              </a:rPr>
              <a:t>positive</a:t>
            </a:r>
            <a:r>
              <a:rPr lang="en-US" sz="2000" dirty="0"/>
              <a:t>": cause and effect move in same direction</a:t>
            </a:r>
          </a:p>
          <a:p>
            <a:pPr lvl="2" algn="l">
              <a:buFont typeface="Arial" panose="020B0604020202020204" pitchFamily="34" charset="0"/>
              <a:buChar char="•"/>
            </a:pPr>
            <a:r>
              <a:rPr lang="en-US" sz="2000" dirty="0"/>
              <a:t>"</a:t>
            </a:r>
            <a:r>
              <a:rPr lang="en-US" sz="2000" dirty="0">
                <a:latin typeface="Raleway Medium" pitchFamily="2" charset="0"/>
              </a:rPr>
              <a:t>negative</a:t>
            </a:r>
            <a:r>
              <a:rPr lang="en-US" sz="2000" dirty="0"/>
              <a:t>": cause and effect move in opposite directions</a:t>
            </a:r>
          </a:p>
          <a:p>
            <a:pPr lvl="2" algn="l">
              <a:buFont typeface="Arial" panose="020B0604020202020204" pitchFamily="34" charset="0"/>
              <a:buChar char="•"/>
            </a:pPr>
            <a:r>
              <a:rPr lang="en-US" sz="2000" dirty="0"/>
              <a:t>"</a:t>
            </a:r>
            <a:r>
              <a:rPr lang="en-US" sz="2000" dirty="0">
                <a:latin typeface="Raleway Medium" pitchFamily="2" charset="0"/>
              </a:rPr>
              <a:t>ambiguous</a:t>
            </a:r>
            <a:r>
              <a:rPr lang="en-US" sz="2000" dirty="0"/>
              <a:t>": otherwise</a:t>
            </a:r>
          </a:p>
        </p:txBody>
      </p:sp>
    </p:spTree>
    <p:extLst>
      <p:ext uri="{BB962C8B-B14F-4D97-AF65-F5344CB8AC3E}">
        <p14:creationId xmlns:p14="http://schemas.microsoft.com/office/powerpoint/2010/main" val="760602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4B6FB-90F8-7EF6-CCE3-EEB2BC54DC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236236-995C-BE37-CC56-EED4CC9A6923}"/>
              </a:ext>
            </a:extLst>
          </p:cNvPr>
          <p:cNvSpPr>
            <a:spLocks noGrp="1"/>
          </p:cNvSpPr>
          <p:nvPr>
            <p:ph type="title"/>
          </p:nvPr>
        </p:nvSpPr>
        <p:spPr/>
        <p:txBody>
          <a:bodyPr/>
          <a:lstStyle/>
          <a:p>
            <a:r>
              <a:rPr lang="en-US" dirty="0"/>
              <a:t>Causal Triplet Example</a:t>
            </a:r>
            <a:endParaRPr lang="en-CA" dirty="0"/>
          </a:p>
        </p:txBody>
      </p:sp>
      <p:sp>
        <p:nvSpPr>
          <p:cNvPr id="3" name="Subtitle 2">
            <a:extLst>
              <a:ext uri="{FF2B5EF4-FFF2-40B4-BE49-F238E27FC236}">
                <a16:creationId xmlns:a16="http://schemas.microsoft.com/office/drawing/2014/main" id="{ACD56179-5656-8A96-176F-F86C35923582}"/>
              </a:ext>
            </a:extLst>
          </p:cNvPr>
          <p:cNvSpPr>
            <a:spLocks noGrp="1"/>
          </p:cNvSpPr>
          <p:nvPr>
            <p:ph type="subTitle" idx="1"/>
          </p:nvPr>
        </p:nvSpPr>
        <p:spPr>
          <a:xfrm>
            <a:off x="950967" y="2191109"/>
            <a:ext cx="10171358" cy="3558823"/>
          </a:xfrm>
        </p:spPr>
        <p:txBody>
          <a:bodyPr/>
          <a:lstStyle/>
          <a:p>
            <a:pPr marL="609600" lvl="1" indent="0" algn="l"/>
            <a:r>
              <a:rPr lang="en-US" sz="2000" i="1" dirty="0"/>
              <a:t>"Rising oil prices boosted inflation. The Fed's rate hikes, which were expected to slow demand, contributed to a cooling labor market.“</a:t>
            </a:r>
          </a:p>
          <a:p>
            <a:pPr marL="609600" lvl="1" indent="0" algn="l"/>
            <a:endParaRPr lang="en-US" sz="2000" dirty="0"/>
          </a:p>
          <a:p>
            <a:pPr marL="952500" lvl="1" indent="-342900" algn="l">
              <a:buFont typeface="Arial" panose="020B0604020202020204" pitchFamily="34" charset="0"/>
              <a:buChar char="•"/>
            </a:pPr>
            <a:r>
              <a:rPr lang="en-US" sz="1800" dirty="0"/>
              <a:t>"</a:t>
            </a:r>
            <a:r>
              <a:rPr lang="en-US" sz="1800" dirty="0">
                <a:latin typeface="Raleway ExtraBold" pitchFamily="2" charset="0"/>
              </a:rPr>
              <a:t>cause</a:t>
            </a:r>
            <a:r>
              <a:rPr lang="en-US" sz="1800" dirty="0"/>
              <a:t>": "rising oil prices", "</a:t>
            </a:r>
            <a:r>
              <a:rPr lang="en-US" sz="1800" dirty="0">
                <a:latin typeface="Raleway ExtraBold" pitchFamily="2" charset="0"/>
              </a:rPr>
              <a:t>connector</a:t>
            </a:r>
            <a:r>
              <a:rPr lang="en-US" sz="1800" dirty="0"/>
              <a:t>": "boosted", "</a:t>
            </a:r>
            <a:r>
              <a:rPr lang="en-US" sz="1800" dirty="0">
                <a:latin typeface="Raleway ExtraBold" pitchFamily="2" charset="0"/>
              </a:rPr>
              <a:t>effect</a:t>
            </a:r>
            <a:r>
              <a:rPr lang="en-US" sz="1800" dirty="0"/>
              <a:t>": "inflation", "</a:t>
            </a:r>
            <a:r>
              <a:rPr lang="en-US" sz="1800" dirty="0">
                <a:latin typeface="Raleway ExtraBold" pitchFamily="2" charset="0"/>
              </a:rPr>
              <a:t>hedge</a:t>
            </a:r>
            <a:r>
              <a:rPr lang="en-US" sz="1800" dirty="0"/>
              <a:t>": "", "</a:t>
            </a:r>
            <a:r>
              <a:rPr lang="en-US" sz="1800" dirty="0">
                <a:latin typeface="Raleway ExtraBold" pitchFamily="2" charset="0"/>
              </a:rPr>
              <a:t>direction</a:t>
            </a:r>
            <a:r>
              <a:rPr lang="en-US" sz="1800" dirty="0"/>
              <a:t>": "positive“</a:t>
            </a:r>
            <a:br>
              <a:rPr lang="en-US" sz="1800" dirty="0"/>
            </a:br>
            <a:endParaRPr lang="en-US" sz="1800" dirty="0"/>
          </a:p>
          <a:p>
            <a:pPr marL="952500" lvl="1" indent="-342900" algn="l">
              <a:buFont typeface="Arial" panose="020B0604020202020204" pitchFamily="34" charset="0"/>
              <a:buChar char="•"/>
            </a:pPr>
            <a:r>
              <a:rPr lang="en-US" sz="1800" dirty="0"/>
              <a:t>"</a:t>
            </a:r>
            <a:r>
              <a:rPr lang="en-US" sz="1800" dirty="0">
                <a:latin typeface="Raleway ExtraBold" pitchFamily="2" charset="0"/>
              </a:rPr>
              <a:t>cause</a:t>
            </a:r>
            <a:r>
              <a:rPr lang="en-US" sz="1800" dirty="0"/>
              <a:t>": "Fed rate hikes", "</a:t>
            </a:r>
            <a:r>
              <a:rPr lang="en-US" sz="1800" dirty="0">
                <a:latin typeface="Raleway ExtraBold" pitchFamily="2" charset="0"/>
              </a:rPr>
              <a:t>connector</a:t>
            </a:r>
            <a:r>
              <a:rPr lang="en-US" sz="1800" dirty="0"/>
              <a:t>": "slow", "</a:t>
            </a:r>
            <a:r>
              <a:rPr lang="en-US" sz="1800" dirty="0">
                <a:latin typeface="Raleway ExtraBold" pitchFamily="2" charset="0"/>
              </a:rPr>
              <a:t>effect</a:t>
            </a:r>
            <a:r>
              <a:rPr lang="en-US" sz="1800" dirty="0"/>
              <a:t>": "demand", "</a:t>
            </a:r>
            <a:r>
              <a:rPr lang="en-US" sz="1800" dirty="0">
                <a:latin typeface="Raleway ExtraBold" pitchFamily="2" charset="0"/>
              </a:rPr>
              <a:t>hedge</a:t>
            </a:r>
            <a:r>
              <a:rPr lang="en-US" sz="1800" dirty="0"/>
              <a:t>": "were expected to", "</a:t>
            </a:r>
            <a:r>
              <a:rPr lang="en-US" sz="1800" dirty="0">
                <a:latin typeface="Raleway ExtraBold" pitchFamily="2" charset="0"/>
              </a:rPr>
              <a:t>direction</a:t>
            </a:r>
            <a:r>
              <a:rPr lang="en-US" sz="1800" dirty="0"/>
              <a:t>": "negative“</a:t>
            </a:r>
            <a:br>
              <a:rPr lang="en-US" sz="1800" dirty="0"/>
            </a:br>
            <a:endParaRPr lang="en-US" sz="1800" dirty="0">
              <a:latin typeface="Raleway ExtraBold" pitchFamily="2" charset="0"/>
            </a:endParaRPr>
          </a:p>
          <a:p>
            <a:pPr marL="952500" lvl="1" indent="-342900" algn="l">
              <a:buFont typeface="Arial" panose="020B0604020202020204" pitchFamily="34" charset="0"/>
              <a:buChar char="•"/>
            </a:pPr>
            <a:r>
              <a:rPr lang="en-US" sz="1800" dirty="0"/>
              <a:t>"</a:t>
            </a:r>
            <a:r>
              <a:rPr lang="en-US" sz="1800" dirty="0">
                <a:latin typeface="Raleway ExtraBold" pitchFamily="2" charset="0"/>
              </a:rPr>
              <a:t>cause</a:t>
            </a:r>
            <a:r>
              <a:rPr lang="en-US" sz="1800" dirty="0"/>
              <a:t>": "Fed rate hikes", "</a:t>
            </a:r>
            <a:r>
              <a:rPr lang="en-US" sz="1800" dirty="0">
                <a:latin typeface="Raleway ExtraBold" pitchFamily="2" charset="0"/>
              </a:rPr>
              <a:t>connector</a:t>
            </a:r>
            <a:r>
              <a:rPr lang="en-US" sz="1800" dirty="0"/>
              <a:t>": "contributed to", "</a:t>
            </a:r>
            <a:r>
              <a:rPr lang="en-US" sz="1800" dirty="0">
                <a:latin typeface="Raleway ExtraBold" pitchFamily="2" charset="0"/>
              </a:rPr>
              <a:t>effect</a:t>
            </a:r>
            <a:r>
              <a:rPr lang="en-US" sz="1800" dirty="0"/>
              <a:t>": "cooling labor market", "</a:t>
            </a:r>
            <a:r>
              <a:rPr lang="en-US" sz="1800" dirty="0">
                <a:latin typeface="Raleway ExtraBold" pitchFamily="2" charset="0"/>
              </a:rPr>
              <a:t>hedge</a:t>
            </a:r>
            <a:r>
              <a:rPr lang="en-US" sz="1800" dirty="0"/>
              <a:t>": "", "</a:t>
            </a:r>
            <a:r>
              <a:rPr lang="en-US" sz="1800" dirty="0">
                <a:latin typeface="Raleway ExtraBold" pitchFamily="2" charset="0"/>
              </a:rPr>
              <a:t>direction</a:t>
            </a:r>
            <a:r>
              <a:rPr lang="en-US" sz="1800" dirty="0"/>
              <a:t>": "negative"</a:t>
            </a:r>
          </a:p>
        </p:txBody>
      </p:sp>
    </p:spTree>
    <p:extLst>
      <p:ext uri="{BB962C8B-B14F-4D97-AF65-F5344CB8AC3E}">
        <p14:creationId xmlns:p14="http://schemas.microsoft.com/office/powerpoint/2010/main" val="323167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40CC7-C760-1822-29DC-32A170DE45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99508F-5287-8A89-1E43-69F2480ED229}"/>
              </a:ext>
            </a:extLst>
          </p:cNvPr>
          <p:cNvSpPr>
            <a:spLocks noGrp="1"/>
          </p:cNvSpPr>
          <p:nvPr>
            <p:ph type="title"/>
          </p:nvPr>
        </p:nvSpPr>
        <p:spPr/>
        <p:txBody>
          <a:bodyPr/>
          <a:lstStyle/>
          <a:p>
            <a:r>
              <a:rPr lang="en-US" dirty="0"/>
              <a:t>Methodology </a:t>
            </a:r>
            <a:endParaRPr lang="en-CA" dirty="0"/>
          </a:p>
        </p:txBody>
      </p:sp>
      <p:sp>
        <p:nvSpPr>
          <p:cNvPr id="3" name="Subtitle 2">
            <a:extLst>
              <a:ext uri="{FF2B5EF4-FFF2-40B4-BE49-F238E27FC236}">
                <a16:creationId xmlns:a16="http://schemas.microsoft.com/office/drawing/2014/main" id="{1492B4A3-4EA2-067D-7B6F-C6E3079B06B5}"/>
              </a:ext>
            </a:extLst>
          </p:cNvPr>
          <p:cNvSpPr>
            <a:spLocks noGrp="1"/>
          </p:cNvSpPr>
          <p:nvPr>
            <p:ph type="subTitle" idx="1"/>
          </p:nvPr>
        </p:nvSpPr>
        <p:spPr>
          <a:xfrm>
            <a:off x="950967" y="2467155"/>
            <a:ext cx="9269200" cy="3282777"/>
          </a:xfrm>
        </p:spPr>
        <p:txBody>
          <a:bodyPr/>
          <a:lstStyle/>
          <a:p>
            <a:pPr marL="1066800" lvl="1" indent="-457200" algn="l">
              <a:buFont typeface="+mj-lt"/>
              <a:buAutoNum type="arabicPeriod"/>
            </a:pPr>
            <a:r>
              <a:rPr lang="en-US" sz="2000" dirty="0"/>
              <a:t>Select sample from dataset and divide into passages</a:t>
            </a:r>
            <a:br>
              <a:rPr lang="en-US" sz="2000" dirty="0"/>
            </a:br>
            <a:endParaRPr lang="en-US" sz="2000" dirty="0"/>
          </a:p>
          <a:p>
            <a:pPr marL="1066800" lvl="1" indent="-457200" algn="l">
              <a:buFont typeface="+mj-lt"/>
              <a:buAutoNum type="arabicPeriod"/>
            </a:pPr>
            <a:r>
              <a:rPr lang="en-US" sz="2000" dirty="0"/>
              <a:t>Process each passage with Gemini 3 Flash via Google AI Batch API</a:t>
            </a:r>
            <a:br>
              <a:rPr lang="en-US" sz="2000" dirty="0"/>
            </a:br>
            <a:endParaRPr lang="en-US" sz="2000" dirty="0"/>
          </a:p>
          <a:p>
            <a:pPr marL="1066800" lvl="1" indent="-457200" algn="l">
              <a:buFont typeface="+mj-lt"/>
              <a:buAutoNum type="arabicPeriod"/>
            </a:pPr>
            <a:r>
              <a:rPr lang="en-US" sz="2000" dirty="0"/>
              <a:t>Evaluate causal sentences based on Complexity (1-5) manually</a:t>
            </a:r>
            <a:br>
              <a:rPr lang="en-US" sz="2000" dirty="0"/>
            </a:br>
            <a:endParaRPr lang="en-US" sz="2000" dirty="0"/>
          </a:p>
          <a:p>
            <a:pPr marL="1066800" lvl="1" indent="-457200" algn="l">
              <a:buFont typeface="+mj-lt"/>
              <a:buAutoNum type="arabicPeriod"/>
            </a:pPr>
            <a:r>
              <a:rPr lang="en-US" sz="2000" dirty="0"/>
              <a:t>Evaluate each Causal Triplet on faithfulness manually. Unfaithful triplets are assigned one of 6 failure modes</a:t>
            </a:r>
            <a:br>
              <a:rPr lang="en-US" sz="2000" dirty="0"/>
            </a:br>
            <a:endParaRPr lang="en-US" sz="2000" dirty="0"/>
          </a:p>
          <a:p>
            <a:pPr marL="1066800" lvl="1" indent="-457200" algn="l">
              <a:buFont typeface="+mj-lt"/>
              <a:buAutoNum type="arabicPeriod"/>
            </a:pPr>
            <a:r>
              <a:rPr lang="en-US" sz="2000" dirty="0"/>
              <a:t>Aggregate results by Complexity and by Period</a:t>
            </a:r>
          </a:p>
        </p:txBody>
      </p:sp>
    </p:spTree>
    <p:extLst>
      <p:ext uri="{BB962C8B-B14F-4D97-AF65-F5344CB8AC3E}">
        <p14:creationId xmlns:p14="http://schemas.microsoft.com/office/powerpoint/2010/main" val="2946500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E4667-B360-F445-AFD1-4C8397970A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D85A83-DB8D-17DA-0290-D61EB8D67861}"/>
              </a:ext>
            </a:extLst>
          </p:cNvPr>
          <p:cNvSpPr>
            <a:spLocks noGrp="1"/>
          </p:cNvSpPr>
          <p:nvPr>
            <p:ph type="title"/>
          </p:nvPr>
        </p:nvSpPr>
        <p:spPr/>
        <p:txBody>
          <a:bodyPr/>
          <a:lstStyle/>
          <a:p>
            <a:r>
              <a:rPr lang="en-US" dirty="0"/>
              <a:t>Evaluation</a:t>
            </a:r>
            <a:endParaRPr lang="en-CA" dirty="0"/>
          </a:p>
        </p:txBody>
      </p:sp>
      <p:sp>
        <p:nvSpPr>
          <p:cNvPr id="3" name="Subtitle 2">
            <a:extLst>
              <a:ext uri="{FF2B5EF4-FFF2-40B4-BE49-F238E27FC236}">
                <a16:creationId xmlns:a16="http://schemas.microsoft.com/office/drawing/2014/main" id="{C5DD0736-457D-5745-92E4-98FFE6A5B4A3}"/>
              </a:ext>
            </a:extLst>
          </p:cNvPr>
          <p:cNvSpPr>
            <a:spLocks noGrp="1"/>
          </p:cNvSpPr>
          <p:nvPr>
            <p:ph type="subTitle" idx="1"/>
          </p:nvPr>
        </p:nvSpPr>
        <p:spPr>
          <a:xfrm>
            <a:off x="663420" y="2202611"/>
            <a:ext cx="5145033" cy="3767089"/>
          </a:xfrm>
        </p:spPr>
        <p:txBody>
          <a:bodyPr/>
          <a:lstStyle/>
          <a:p>
            <a:pPr marL="609600" lvl="1" indent="0" algn="l"/>
            <a:r>
              <a:rPr lang="en-US" sz="2000" dirty="0">
                <a:latin typeface="Raleway ExtraBold" pitchFamily="2" charset="0"/>
              </a:rPr>
              <a:t>Complexity</a:t>
            </a:r>
          </a:p>
          <a:p>
            <a:pPr marL="609600" lvl="1" indent="0" algn="l"/>
            <a:endParaRPr lang="en-US" sz="2000" dirty="0">
              <a:latin typeface="Raleway Medium" pitchFamily="2" charset="0"/>
            </a:endParaRPr>
          </a:p>
          <a:p>
            <a:pPr marL="609600" lvl="1" indent="0" algn="l"/>
            <a:r>
              <a:rPr lang="en-US" sz="2000" dirty="0">
                <a:latin typeface="Raleway ExtraBold" pitchFamily="2" charset="0"/>
              </a:rPr>
              <a:t>1-2</a:t>
            </a:r>
            <a:r>
              <a:rPr lang="en-US" sz="2000" dirty="0">
                <a:latin typeface="Raleway Medium" pitchFamily="2" charset="0"/>
              </a:rPr>
              <a:t>: Explicit causal statement, minimal hedging</a:t>
            </a:r>
            <a:br>
              <a:rPr lang="en-US" sz="2000" dirty="0">
                <a:latin typeface="Raleway Medium" pitchFamily="2" charset="0"/>
              </a:rPr>
            </a:br>
            <a:endParaRPr lang="en-US" sz="2000" dirty="0">
              <a:latin typeface="Raleway Medium" pitchFamily="2" charset="0"/>
            </a:endParaRPr>
          </a:p>
          <a:p>
            <a:pPr marL="609600" lvl="1" indent="0" algn="l"/>
            <a:r>
              <a:rPr lang="en-US" sz="2000" dirty="0">
                <a:latin typeface="Raleway ExtraBold" pitchFamily="2" charset="0"/>
              </a:rPr>
              <a:t>3</a:t>
            </a:r>
            <a:r>
              <a:rPr lang="en-US" sz="2000" dirty="0">
                <a:latin typeface="Raleway Medium" pitchFamily="2" charset="0"/>
              </a:rPr>
              <a:t>: Moderate hedging or mild implicit structure</a:t>
            </a:r>
            <a:br>
              <a:rPr lang="en-US" sz="2000" dirty="0">
                <a:latin typeface="Raleway Medium" pitchFamily="2" charset="0"/>
              </a:rPr>
            </a:br>
            <a:endParaRPr lang="en-US" sz="2000" dirty="0">
              <a:latin typeface="Raleway Medium" pitchFamily="2" charset="0"/>
            </a:endParaRPr>
          </a:p>
          <a:p>
            <a:pPr marL="609600" lvl="1" indent="0" algn="l"/>
            <a:r>
              <a:rPr lang="en-US" sz="2000" dirty="0">
                <a:latin typeface="Raleway ExtraBold" pitchFamily="2" charset="0"/>
              </a:rPr>
              <a:t>4-5</a:t>
            </a:r>
            <a:r>
              <a:rPr lang="en-US" sz="2000" dirty="0">
                <a:latin typeface="Raleway Medium" pitchFamily="2" charset="0"/>
              </a:rPr>
              <a:t>: Heavy hedging, multi-hop chains, or highly implicit causation requiring domain knowledge</a:t>
            </a:r>
          </a:p>
        </p:txBody>
      </p:sp>
      <p:sp>
        <p:nvSpPr>
          <p:cNvPr id="4" name="Subtitle 2">
            <a:extLst>
              <a:ext uri="{FF2B5EF4-FFF2-40B4-BE49-F238E27FC236}">
                <a16:creationId xmlns:a16="http://schemas.microsoft.com/office/drawing/2014/main" id="{58D8C0DD-A703-36FE-698E-C127966FF167}"/>
              </a:ext>
            </a:extLst>
          </p:cNvPr>
          <p:cNvSpPr txBox="1">
            <a:spLocks/>
          </p:cNvSpPr>
          <p:nvPr/>
        </p:nvSpPr>
        <p:spPr>
          <a:xfrm>
            <a:off x="5991937" y="2202611"/>
            <a:ext cx="5145033" cy="37670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1pPr>
            <a:lvl2pPr marL="914400" marR="0" lvl="1"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2pPr>
            <a:lvl3pPr marL="1371600" marR="0" lvl="2"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3pPr>
            <a:lvl4pPr marL="1828800" marR="0" lvl="3"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4pPr>
            <a:lvl5pPr marL="2286000" marR="0" lvl="4"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5pPr>
            <a:lvl6pPr marL="2743200" marR="0" lvl="5"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6pPr>
            <a:lvl7pPr marL="3200400" marR="0" lvl="6"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7pPr>
            <a:lvl8pPr marL="3657600" marR="0" lvl="7"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8pPr>
            <a:lvl9pPr marL="4114800" marR="0" lvl="8" indent="-304800" algn="ctr" rtl="0" eaLnBrk="1" hangingPunct="1">
              <a:lnSpc>
                <a:spcPct val="100000"/>
              </a:lnSpc>
              <a:spcBef>
                <a:spcPts val="0"/>
              </a:spcBef>
              <a:spcAft>
                <a:spcPts val="0"/>
              </a:spcAft>
              <a:buClr>
                <a:schemeClr val="dk1"/>
              </a:buClr>
              <a:buSzPts val="1200"/>
              <a:buFont typeface="Raleway Medium"/>
              <a:buNone/>
              <a:defRPr sz="1200" b="0" i="0" u="none" strike="noStrike" cap="none">
                <a:solidFill>
                  <a:schemeClr val="dk1"/>
                </a:solidFill>
                <a:latin typeface="Raleway Medium"/>
                <a:ea typeface="Raleway Medium"/>
                <a:cs typeface="Raleway Medium"/>
                <a:sym typeface="Raleway Medium"/>
              </a:defRPr>
            </a:lvl9pPr>
          </a:lstStyle>
          <a:p>
            <a:pPr marL="609600" lvl="1" indent="0" algn="l"/>
            <a:r>
              <a:rPr lang="en-US" sz="2000" dirty="0">
                <a:latin typeface="Raleway ExtraBold" pitchFamily="2" charset="0"/>
              </a:rPr>
              <a:t>Failure Mode</a:t>
            </a:r>
            <a:br>
              <a:rPr lang="en-US" sz="2000" dirty="0">
                <a:latin typeface="Raleway ExtraBold" pitchFamily="2" charset="0"/>
              </a:rPr>
            </a:br>
            <a:br>
              <a:rPr lang="en-US" sz="2000" dirty="0">
                <a:latin typeface="Raleway ExtraBold" pitchFamily="2" charset="0"/>
              </a:rPr>
            </a:br>
            <a:r>
              <a:rPr lang="en-US" sz="2000" dirty="0">
                <a:latin typeface="Raleway ExtraBold" pitchFamily="2" charset="0"/>
              </a:rPr>
              <a:t>0</a:t>
            </a:r>
            <a:r>
              <a:rPr lang="en-US" sz="2000" dirty="0">
                <a:latin typeface="Raleway Medium" pitchFamily="2" charset="0"/>
              </a:rPr>
              <a:t>: Missed causal triplet</a:t>
            </a:r>
          </a:p>
          <a:p>
            <a:pPr marL="609600" lvl="1" indent="0" algn="l">
              <a:lnSpc>
                <a:spcPct val="150000"/>
              </a:lnSpc>
            </a:pPr>
            <a:r>
              <a:rPr lang="en-US" sz="2000" dirty="0">
                <a:latin typeface="Raleway ExtraBold" pitchFamily="2" charset="0"/>
              </a:rPr>
              <a:t>1</a:t>
            </a:r>
            <a:r>
              <a:rPr lang="en-US" sz="2000" dirty="0">
                <a:latin typeface="Raleway Medium" pitchFamily="2" charset="0"/>
              </a:rPr>
              <a:t>: Hallucinated/correlation only</a:t>
            </a:r>
          </a:p>
          <a:p>
            <a:pPr marL="609600" lvl="1" indent="0" algn="l">
              <a:lnSpc>
                <a:spcPct val="150000"/>
              </a:lnSpc>
            </a:pPr>
            <a:r>
              <a:rPr lang="en-US" sz="2000" dirty="0">
                <a:latin typeface="Raleway ExtraBold" pitchFamily="2" charset="0"/>
              </a:rPr>
              <a:t>2</a:t>
            </a:r>
            <a:r>
              <a:rPr lang="en-US" sz="2000" dirty="0">
                <a:latin typeface="Raleway Medium" pitchFamily="2" charset="0"/>
              </a:rPr>
              <a:t>: Wrong direction</a:t>
            </a:r>
          </a:p>
          <a:p>
            <a:pPr marL="609600" lvl="1" indent="0" algn="l">
              <a:lnSpc>
                <a:spcPct val="150000"/>
              </a:lnSpc>
            </a:pPr>
            <a:r>
              <a:rPr lang="en-US" sz="2000" dirty="0">
                <a:latin typeface="Raleway ExtraBold" pitchFamily="2" charset="0"/>
              </a:rPr>
              <a:t>3</a:t>
            </a:r>
            <a:r>
              <a:rPr lang="en-US" sz="2000" dirty="0">
                <a:latin typeface="Raleway Medium" pitchFamily="2" charset="0"/>
              </a:rPr>
              <a:t>: Wrong Cause/Effect/Connector</a:t>
            </a:r>
          </a:p>
          <a:p>
            <a:pPr marL="609600" lvl="1" indent="0" algn="l">
              <a:lnSpc>
                <a:spcPct val="150000"/>
              </a:lnSpc>
            </a:pPr>
            <a:r>
              <a:rPr lang="en-US" sz="2000" dirty="0">
                <a:latin typeface="Raleway ExtraBold" pitchFamily="2" charset="0"/>
              </a:rPr>
              <a:t>4</a:t>
            </a:r>
            <a:r>
              <a:rPr lang="en-US" sz="2000" dirty="0">
                <a:latin typeface="Raleway Medium" pitchFamily="2" charset="0"/>
              </a:rPr>
              <a:t>: Hedge Failure</a:t>
            </a:r>
          </a:p>
          <a:p>
            <a:pPr marL="609600" lvl="1" indent="0" algn="l">
              <a:lnSpc>
                <a:spcPct val="150000"/>
              </a:lnSpc>
            </a:pPr>
            <a:r>
              <a:rPr lang="en-US" sz="2000" dirty="0">
                <a:latin typeface="Raleway ExtraBold" pitchFamily="2" charset="0"/>
              </a:rPr>
              <a:t>5</a:t>
            </a:r>
            <a:r>
              <a:rPr lang="en-US" sz="2000" dirty="0">
                <a:latin typeface="Raleway Medium" pitchFamily="2" charset="0"/>
              </a:rPr>
              <a:t>: LLM technical error</a:t>
            </a:r>
          </a:p>
          <a:p>
            <a:pPr marL="952500" lvl="1" indent="-342900" algn="l">
              <a:buFont typeface="Arial" panose="020B0604020202020204" pitchFamily="34" charset="0"/>
              <a:buChar char="•"/>
            </a:pPr>
            <a:endParaRPr lang="en-US" sz="2000" dirty="0">
              <a:latin typeface="Raleway Medium" pitchFamily="2" charset="0"/>
            </a:endParaRPr>
          </a:p>
        </p:txBody>
      </p:sp>
    </p:spTree>
    <p:extLst>
      <p:ext uri="{BB962C8B-B14F-4D97-AF65-F5344CB8AC3E}">
        <p14:creationId xmlns:p14="http://schemas.microsoft.com/office/powerpoint/2010/main" val="2342932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CB6C3-86A1-3C98-803B-6FB20AD9D2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054AEC-6325-49FD-2DDD-989062B50995}"/>
              </a:ext>
            </a:extLst>
          </p:cNvPr>
          <p:cNvSpPr>
            <a:spLocks noGrp="1"/>
          </p:cNvSpPr>
          <p:nvPr>
            <p:ph type="title"/>
          </p:nvPr>
        </p:nvSpPr>
        <p:spPr/>
        <p:txBody>
          <a:bodyPr/>
          <a:lstStyle/>
          <a:p>
            <a:r>
              <a:rPr lang="en-US" dirty="0"/>
              <a:t>Overall Faithfulness</a:t>
            </a:r>
            <a:endParaRPr lang="en-CA" dirty="0"/>
          </a:p>
        </p:txBody>
      </p:sp>
      <p:pic>
        <p:nvPicPr>
          <p:cNvPr id="9" name="Picture 8" descr="The diagram shows a correlation between the complexity of a task (ranging from simple to complex) and the faithfulness rate, with the faithfulness rate decreasing as the complexity score increases.&#10;&#10;AI-generated content may be incorrect.">
            <a:extLst>
              <a:ext uri="{FF2B5EF4-FFF2-40B4-BE49-F238E27FC236}">
                <a16:creationId xmlns:a16="http://schemas.microsoft.com/office/drawing/2014/main" id="{333F462B-A68F-66D1-9E10-5E75D24643D1}"/>
              </a:ext>
            </a:extLst>
          </p:cNvPr>
          <p:cNvPicPr>
            <a:picLocks noChangeAspect="1"/>
          </p:cNvPicPr>
          <p:nvPr/>
        </p:nvPicPr>
        <p:blipFill>
          <a:blip r:embed="rId2"/>
          <a:stretch>
            <a:fillRect/>
          </a:stretch>
        </p:blipFill>
        <p:spPr>
          <a:xfrm>
            <a:off x="2843212" y="2168555"/>
            <a:ext cx="6505575" cy="3648075"/>
          </a:xfrm>
          <a:prstGeom prst="rect">
            <a:avLst/>
          </a:prstGeom>
        </p:spPr>
      </p:pic>
    </p:spTree>
    <p:extLst>
      <p:ext uri="{BB962C8B-B14F-4D97-AF65-F5344CB8AC3E}">
        <p14:creationId xmlns:p14="http://schemas.microsoft.com/office/powerpoint/2010/main" val="704166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E6AF2-1EF6-4232-C770-7AD6CA7F27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720B5-5249-5C79-2326-987461EE43F8}"/>
              </a:ext>
            </a:extLst>
          </p:cNvPr>
          <p:cNvSpPr>
            <a:spLocks noGrp="1"/>
          </p:cNvSpPr>
          <p:nvPr>
            <p:ph type="title"/>
          </p:nvPr>
        </p:nvSpPr>
        <p:spPr/>
        <p:txBody>
          <a:bodyPr/>
          <a:lstStyle/>
          <a:p>
            <a:r>
              <a:rPr lang="en-US" dirty="0"/>
              <a:t>Failure Mode Distribution</a:t>
            </a:r>
            <a:endParaRPr lang="en-CA" dirty="0"/>
          </a:p>
        </p:txBody>
      </p:sp>
      <p:pic>
        <p:nvPicPr>
          <p:cNvPr id="9" name="Picture 8" descr="The image displays a bar chart categorizing different types of human failure modes by their complexity score, with various percentages assigned to categories such as missed causal triplets, wrong direction, and technical errors.&#10;&#10;AI-generated content may be incorrect.">
            <a:extLst>
              <a:ext uri="{FF2B5EF4-FFF2-40B4-BE49-F238E27FC236}">
                <a16:creationId xmlns:a16="http://schemas.microsoft.com/office/drawing/2014/main" id="{2D3703EB-8FF7-C062-5109-9F8226F8F9DE}"/>
              </a:ext>
            </a:extLst>
          </p:cNvPr>
          <p:cNvPicPr>
            <a:picLocks noChangeAspect="1"/>
          </p:cNvPicPr>
          <p:nvPr/>
        </p:nvPicPr>
        <p:blipFill>
          <a:blip r:embed="rId2"/>
          <a:stretch>
            <a:fillRect/>
          </a:stretch>
        </p:blipFill>
        <p:spPr>
          <a:xfrm>
            <a:off x="2305050" y="1889500"/>
            <a:ext cx="7581900" cy="4170045"/>
          </a:xfrm>
          <a:prstGeom prst="rect">
            <a:avLst/>
          </a:prstGeom>
        </p:spPr>
      </p:pic>
    </p:spTree>
    <p:extLst>
      <p:ext uri="{BB962C8B-B14F-4D97-AF65-F5344CB8AC3E}">
        <p14:creationId xmlns:p14="http://schemas.microsoft.com/office/powerpoint/2010/main" val="484406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6590E-2E08-3D38-6228-77FD12438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ED0AF1-51C2-A6E1-C4E9-921807EBEABA}"/>
              </a:ext>
            </a:extLst>
          </p:cNvPr>
          <p:cNvSpPr>
            <a:spLocks noGrp="1"/>
          </p:cNvSpPr>
          <p:nvPr>
            <p:ph type="title"/>
          </p:nvPr>
        </p:nvSpPr>
        <p:spPr/>
        <p:txBody>
          <a:bodyPr/>
          <a:lstStyle/>
          <a:p>
            <a:r>
              <a:rPr lang="en-US" dirty="0"/>
              <a:t>Faithfulness and Failure on existing triplets only</a:t>
            </a:r>
            <a:endParaRPr lang="en-CA" dirty="0"/>
          </a:p>
        </p:txBody>
      </p:sp>
      <p:pic>
        <p:nvPicPr>
          <p:cNvPr id="11" name="Picture 10" descr="The image shows a bar chart depicting the faithfulness rates of different complexity buckets, with values ranging from 0% to 100% and the number of instances for each bucket.&#10;&#10;AI-generated content may be incorrect.">
            <a:extLst>
              <a:ext uri="{FF2B5EF4-FFF2-40B4-BE49-F238E27FC236}">
                <a16:creationId xmlns:a16="http://schemas.microsoft.com/office/drawing/2014/main" id="{E71E8ABE-A5A4-65B3-042B-B360CC241651}"/>
              </a:ext>
            </a:extLst>
          </p:cNvPr>
          <p:cNvPicPr>
            <a:picLocks noChangeAspect="1"/>
          </p:cNvPicPr>
          <p:nvPr/>
        </p:nvPicPr>
        <p:blipFill>
          <a:blip r:embed="rId2"/>
          <a:stretch>
            <a:fillRect/>
          </a:stretch>
        </p:blipFill>
        <p:spPr>
          <a:xfrm>
            <a:off x="376057" y="2203060"/>
            <a:ext cx="5282871" cy="3291371"/>
          </a:xfrm>
          <a:prstGeom prst="rect">
            <a:avLst/>
          </a:prstGeom>
        </p:spPr>
      </p:pic>
      <p:pic>
        <p:nvPicPr>
          <p:cNvPr id="13" name="Picture 12" descr="The bar chart depicts the distribution of human failure modes, categorized by their complexity score, excluding modes 0 and 5.&#10;&#10;AI-generated content may be incorrect.">
            <a:extLst>
              <a:ext uri="{FF2B5EF4-FFF2-40B4-BE49-F238E27FC236}">
                <a16:creationId xmlns:a16="http://schemas.microsoft.com/office/drawing/2014/main" id="{942A2D06-9B81-FE02-B889-1A7AFEA18D33}"/>
              </a:ext>
            </a:extLst>
          </p:cNvPr>
          <p:cNvPicPr>
            <a:picLocks noChangeAspect="1"/>
          </p:cNvPicPr>
          <p:nvPr/>
        </p:nvPicPr>
        <p:blipFill>
          <a:blip r:embed="rId3"/>
          <a:stretch>
            <a:fillRect/>
          </a:stretch>
        </p:blipFill>
        <p:spPr>
          <a:xfrm>
            <a:off x="5957977" y="2199357"/>
            <a:ext cx="5857966" cy="3295074"/>
          </a:xfrm>
          <a:prstGeom prst="rect">
            <a:avLst/>
          </a:prstGeom>
        </p:spPr>
      </p:pic>
    </p:spTree>
    <p:extLst>
      <p:ext uri="{BB962C8B-B14F-4D97-AF65-F5344CB8AC3E}">
        <p14:creationId xmlns:p14="http://schemas.microsoft.com/office/powerpoint/2010/main" val="1206606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E0D18-C69E-C26C-B3C8-A2756349D4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564B11-6A94-8106-C6E0-99121D6B91E5}"/>
              </a:ext>
            </a:extLst>
          </p:cNvPr>
          <p:cNvSpPr>
            <a:spLocks noGrp="1"/>
          </p:cNvSpPr>
          <p:nvPr>
            <p:ph type="title"/>
          </p:nvPr>
        </p:nvSpPr>
        <p:spPr>
          <a:xfrm>
            <a:off x="950966" y="888300"/>
            <a:ext cx="10217365" cy="1001200"/>
          </a:xfrm>
        </p:spPr>
        <p:txBody>
          <a:bodyPr/>
          <a:lstStyle/>
          <a:p>
            <a:r>
              <a:rPr lang="en-US" dirty="0"/>
              <a:t>Faithfulness and Failure on Cause/Effect/Connector </a:t>
            </a:r>
            <a:endParaRPr lang="en-CA" dirty="0"/>
          </a:p>
        </p:txBody>
      </p:sp>
      <p:pic>
        <p:nvPicPr>
          <p:cNvPr id="11" name="Picture 10" descr="The image presents a bar chart illustrating the relationship between the complexity of a model (ranging from simple to complex) and its faithfulness rate, showing that as complexity increases, the faithfulness rate generally decreases.&#10;&#10;AI-generated content may be incorrect.">
            <a:extLst>
              <a:ext uri="{FF2B5EF4-FFF2-40B4-BE49-F238E27FC236}">
                <a16:creationId xmlns:a16="http://schemas.microsoft.com/office/drawing/2014/main" id="{D0918C31-6BD4-6494-3BEC-A51F8728F19B}"/>
              </a:ext>
            </a:extLst>
          </p:cNvPr>
          <p:cNvPicPr>
            <a:picLocks noChangeAspect="1"/>
          </p:cNvPicPr>
          <p:nvPr/>
        </p:nvPicPr>
        <p:blipFill>
          <a:blip r:embed="rId2"/>
          <a:stretch>
            <a:fillRect/>
          </a:stretch>
        </p:blipFill>
        <p:spPr>
          <a:xfrm>
            <a:off x="362309" y="2387092"/>
            <a:ext cx="5233359" cy="3368192"/>
          </a:xfrm>
          <a:prstGeom prst="rect">
            <a:avLst/>
          </a:prstGeom>
        </p:spPr>
      </p:pic>
      <p:pic>
        <p:nvPicPr>
          <p:cNvPr id="13" name="Picture 12" descr="The bar chart depicts the distribution of human failure modes categorized by complexity, with 100% representing all modes, and further breakdowns showing modes related to hallucination, incorrect causal relationships, and connectors, all scored on a complexity scale from 1 to 5.&#10;&#10;AI-generated content may be incorrect.">
            <a:extLst>
              <a:ext uri="{FF2B5EF4-FFF2-40B4-BE49-F238E27FC236}">
                <a16:creationId xmlns:a16="http://schemas.microsoft.com/office/drawing/2014/main" id="{EA01D97E-CFCC-6923-3EC9-6AC6D1B890F4}"/>
              </a:ext>
            </a:extLst>
          </p:cNvPr>
          <p:cNvPicPr>
            <a:picLocks noChangeAspect="1"/>
          </p:cNvPicPr>
          <p:nvPr/>
        </p:nvPicPr>
        <p:blipFill>
          <a:blip r:embed="rId3"/>
          <a:stretch>
            <a:fillRect/>
          </a:stretch>
        </p:blipFill>
        <p:spPr>
          <a:xfrm>
            <a:off x="5828098" y="2387092"/>
            <a:ext cx="5938332" cy="3415610"/>
          </a:xfrm>
          <a:prstGeom prst="rect">
            <a:avLst/>
          </a:prstGeom>
        </p:spPr>
      </p:pic>
    </p:spTree>
    <p:extLst>
      <p:ext uri="{BB962C8B-B14F-4D97-AF65-F5344CB8AC3E}">
        <p14:creationId xmlns:p14="http://schemas.microsoft.com/office/powerpoint/2010/main" val="714052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626AB-BCF8-5B34-E3AA-AEE42A8470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68BD84-B56B-C6A1-C86A-49DDD286CD50}"/>
              </a:ext>
            </a:extLst>
          </p:cNvPr>
          <p:cNvSpPr>
            <a:spLocks noGrp="1"/>
          </p:cNvSpPr>
          <p:nvPr>
            <p:ph type="title"/>
          </p:nvPr>
        </p:nvSpPr>
        <p:spPr/>
        <p:txBody>
          <a:bodyPr/>
          <a:lstStyle/>
          <a:p>
            <a:r>
              <a:rPr lang="en-US" dirty="0"/>
              <a:t>Complexity across Periods</a:t>
            </a:r>
            <a:endParaRPr lang="en-CA" dirty="0"/>
          </a:p>
        </p:txBody>
      </p:sp>
      <p:pic>
        <p:nvPicPr>
          <p:cNvPr id="4" name="Picture 3" descr="The image is a chart showing the proportion of hedged triplets in various economic periods, indicating an increase in complexity during the Post-Crisis ZLB Era and Post-COVID Surge, compared to other periods.&#10;&#10;AI-generated content may be incorrect.">
            <a:extLst>
              <a:ext uri="{FF2B5EF4-FFF2-40B4-BE49-F238E27FC236}">
                <a16:creationId xmlns:a16="http://schemas.microsoft.com/office/drawing/2014/main" id="{660970DD-BB3A-14BE-7CBA-1CA50B0A1E89}"/>
              </a:ext>
            </a:extLst>
          </p:cNvPr>
          <p:cNvPicPr>
            <a:picLocks noChangeAspect="1"/>
          </p:cNvPicPr>
          <p:nvPr/>
        </p:nvPicPr>
        <p:blipFill>
          <a:blip r:embed="rId2"/>
          <a:stretch>
            <a:fillRect/>
          </a:stretch>
        </p:blipFill>
        <p:spPr>
          <a:xfrm>
            <a:off x="461962" y="2180057"/>
            <a:ext cx="11268075" cy="3648075"/>
          </a:xfrm>
          <a:prstGeom prst="rect">
            <a:avLst/>
          </a:prstGeom>
        </p:spPr>
      </p:pic>
    </p:spTree>
    <p:extLst>
      <p:ext uri="{BB962C8B-B14F-4D97-AF65-F5344CB8AC3E}">
        <p14:creationId xmlns:p14="http://schemas.microsoft.com/office/powerpoint/2010/main" val="1414982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0FAC2-2B4A-DF66-CAD5-5B30B7C522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7EFA37-89F8-0C6B-5453-05AB414677E4}"/>
              </a:ext>
            </a:extLst>
          </p:cNvPr>
          <p:cNvSpPr>
            <a:spLocks noGrp="1"/>
          </p:cNvSpPr>
          <p:nvPr>
            <p:ph type="title"/>
          </p:nvPr>
        </p:nvSpPr>
        <p:spPr/>
        <p:txBody>
          <a:bodyPr/>
          <a:lstStyle/>
          <a:p>
            <a:r>
              <a:rPr lang="en-US" dirty="0"/>
              <a:t>Faithfulness &amp; Failure by Period</a:t>
            </a:r>
            <a:endParaRPr lang="en-CA" dirty="0"/>
          </a:p>
        </p:txBody>
      </p:sp>
      <p:pic>
        <p:nvPicPr>
          <p:cNvPr id="7" name="Picture 6" descr="The image displays a bar chart illustrating the variation in faithlessness rates across different economic periods: Great Moderation (1994-2007), Post-Crisis ZLB Era (2010-2019), and Post-COVID Surge (2022-2025), with faithlessness rates ranging from 0% to 100%.&#10;&#10;AI-generated content may be incorrect.">
            <a:extLst>
              <a:ext uri="{FF2B5EF4-FFF2-40B4-BE49-F238E27FC236}">
                <a16:creationId xmlns:a16="http://schemas.microsoft.com/office/drawing/2014/main" id="{A4A3BFC6-950C-655C-D89D-260B9055CC31}"/>
              </a:ext>
            </a:extLst>
          </p:cNvPr>
          <p:cNvPicPr>
            <a:picLocks noChangeAspect="1"/>
          </p:cNvPicPr>
          <p:nvPr/>
        </p:nvPicPr>
        <p:blipFill>
          <a:blip r:embed="rId2"/>
          <a:stretch>
            <a:fillRect/>
          </a:stretch>
        </p:blipFill>
        <p:spPr>
          <a:xfrm>
            <a:off x="439319" y="2226063"/>
            <a:ext cx="5219610" cy="3427113"/>
          </a:xfrm>
          <a:prstGeom prst="rect">
            <a:avLst/>
          </a:prstGeom>
        </p:spPr>
      </p:pic>
      <p:pic>
        <p:nvPicPr>
          <p:cNvPr id="9" name="Picture 8" descr="The image shows a failure mode distribution chart categorizing different types of errors in causal triples across three economic periods: pre-2007, 2010-2019, and 2022-2025.&#10;&#10;AI-generated content may be incorrect.">
            <a:extLst>
              <a:ext uri="{FF2B5EF4-FFF2-40B4-BE49-F238E27FC236}">
                <a16:creationId xmlns:a16="http://schemas.microsoft.com/office/drawing/2014/main" id="{50CF8F2B-1000-ABA6-B833-24F6D9AB5323}"/>
              </a:ext>
            </a:extLst>
          </p:cNvPr>
          <p:cNvPicPr>
            <a:picLocks noChangeAspect="1"/>
          </p:cNvPicPr>
          <p:nvPr/>
        </p:nvPicPr>
        <p:blipFill>
          <a:blip r:embed="rId3"/>
          <a:stretch>
            <a:fillRect/>
          </a:stretch>
        </p:blipFill>
        <p:spPr>
          <a:xfrm>
            <a:off x="6202165" y="2226064"/>
            <a:ext cx="5345729" cy="3427112"/>
          </a:xfrm>
          <a:prstGeom prst="rect">
            <a:avLst/>
          </a:prstGeom>
        </p:spPr>
      </p:pic>
    </p:spTree>
    <p:extLst>
      <p:ext uri="{BB962C8B-B14F-4D97-AF65-F5344CB8AC3E}">
        <p14:creationId xmlns:p14="http://schemas.microsoft.com/office/powerpoint/2010/main" val="4292900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8689A-FF7F-FF61-661E-0410961862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D2D137-7C18-96E9-FF26-3D533A692B2F}"/>
              </a:ext>
            </a:extLst>
          </p:cNvPr>
          <p:cNvSpPr>
            <a:spLocks noGrp="1"/>
          </p:cNvSpPr>
          <p:nvPr>
            <p:ph type="title"/>
          </p:nvPr>
        </p:nvSpPr>
        <p:spPr/>
        <p:txBody>
          <a:bodyPr/>
          <a:lstStyle/>
          <a:p>
            <a:r>
              <a:rPr lang="en-US" dirty="0"/>
              <a:t>Takeaway </a:t>
            </a:r>
            <a:endParaRPr lang="en-CA" dirty="0"/>
          </a:p>
        </p:txBody>
      </p:sp>
      <p:sp>
        <p:nvSpPr>
          <p:cNvPr id="3" name="Subtitle 2">
            <a:extLst>
              <a:ext uri="{FF2B5EF4-FFF2-40B4-BE49-F238E27FC236}">
                <a16:creationId xmlns:a16="http://schemas.microsoft.com/office/drawing/2014/main" id="{BC5D3163-5969-13B1-A269-816D9661B5E0}"/>
              </a:ext>
            </a:extLst>
          </p:cNvPr>
          <p:cNvSpPr>
            <a:spLocks noGrp="1"/>
          </p:cNvSpPr>
          <p:nvPr>
            <p:ph type="subTitle" idx="1"/>
          </p:nvPr>
        </p:nvSpPr>
        <p:spPr>
          <a:xfrm>
            <a:off x="950967" y="1955321"/>
            <a:ext cx="9269200" cy="4387970"/>
          </a:xfrm>
        </p:spPr>
        <p:txBody>
          <a:bodyPr/>
          <a:lstStyle/>
          <a:p>
            <a:pPr marL="1066800" lvl="1" indent="-457200" algn="l">
              <a:buFont typeface="+mj-lt"/>
              <a:buAutoNum type="arabicPeriod"/>
            </a:pPr>
            <a:r>
              <a:rPr lang="en-US" sz="2000" dirty="0"/>
              <a:t>Average faithfulness not high enough for automated construction yet (67% in full evaluation, 80% in base triplets only)</a:t>
            </a:r>
          </a:p>
          <a:p>
            <a:pPr marL="1066800" lvl="1" indent="-457200" algn="l">
              <a:buFont typeface="+mj-lt"/>
              <a:buAutoNum type="arabicPeriod"/>
            </a:pPr>
            <a:endParaRPr lang="en-US" sz="2000" dirty="0"/>
          </a:p>
          <a:p>
            <a:pPr marL="1066800" lvl="1" indent="-457200" algn="l">
              <a:buFont typeface="+mj-lt"/>
              <a:buAutoNum type="arabicPeriod"/>
            </a:pPr>
            <a:r>
              <a:rPr lang="en-US" sz="2000" dirty="0"/>
              <a:t>Faithfulness declines with complexity</a:t>
            </a:r>
            <a:br>
              <a:rPr lang="en-US" sz="2000" dirty="0"/>
            </a:br>
            <a:endParaRPr lang="en-US" sz="2000" dirty="0"/>
          </a:p>
          <a:p>
            <a:pPr marL="1066800" lvl="1" indent="-457200" algn="l">
              <a:buFont typeface="+mj-lt"/>
              <a:buAutoNum type="arabicPeriod"/>
            </a:pPr>
            <a:r>
              <a:rPr lang="en-US" sz="2000" dirty="0"/>
              <a:t>Models miss more triplets and capture wrong cause/effect more as complexity increases</a:t>
            </a:r>
            <a:br>
              <a:rPr lang="en-US" sz="2000" dirty="0"/>
            </a:br>
            <a:endParaRPr lang="en-US" sz="2000" dirty="0"/>
          </a:p>
          <a:p>
            <a:pPr marL="1066800" lvl="1" indent="-457200" algn="l">
              <a:buFont typeface="+mj-lt"/>
              <a:buAutoNum type="arabicPeriod"/>
            </a:pPr>
            <a:r>
              <a:rPr lang="en-US" sz="2000" dirty="0"/>
              <a:t>Hedging is correctly identified regardless of complexity</a:t>
            </a:r>
            <a:br>
              <a:rPr lang="en-US" sz="2000" dirty="0"/>
            </a:br>
            <a:endParaRPr lang="en-US" sz="2000" dirty="0"/>
          </a:p>
          <a:p>
            <a:pPr marL="1066800" lvl="1" indent="-457200" algn="l">
              <a:buFont typeface="+mj-lt"/>
              <a:buAutoNum type="arabicPeriod"/>
            </a:pPr>
            <a:r>
              <a:rPr lang="en-US" sz="2000" dirty="0"/>
              <a:t>Different periods exhibit same complexity and hedging rate, faithfulness and failures</a:t>
            </a:r>
          </a:p>
        </p:txBody>
      </p:sp>
    </p:spTree>
    <p:extLst>
      <p:ext uri="{BB962C8B-B14F-4D97-AF65-F5344CB8AC3E}">
        <p14:creationId xmlns:p14="http://schemas.microsoft.com/office/powerpoint/2010/main" val="530870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32AA7-2C3A-CD3F-EA3D-132A81119B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19ADD8-B2F0-E6DF-2D95-D7C689976A8F}"/>
              </a:ext>
            </a:extLst>
          </p:cNvPr>
          <p:cNvSpPr>
            <a:spLocks noGrp="1"/>
          </p:cNvSpPr>
          <p:nvPr>
            <p:ph type="title"/>
          </p:nvPr>
        </p:nvSpPr>
        <p:spPr/>
        <p:txBody>
          <a:bodyPr/>
          <a:lstStyle/>
          <a:p>
            <a:r>
              <a:rPr lang="en-US" dirty="0"/>
              <a:t>Insights and Weakness of Analysis</a:t>
            </a:r>
            <a:endParaRPr lang="en-CA" dirty="0"/>
          </a:p>
        </p:txBody>
      </p:sp>
      <p:sp>
        <p:nvSpPr>
          <p:cNvPr id="6" name="Subtitle 5">
            <a:extLst>
              <a:ext uri="{FF2B5EF4-FFF2-40B4-BE49-F238E27FC236}">
                <a16:creationId xmlns:a16="http://schemas.microsoft.com/office/drawing/2014/main" id="{9F9B3286-D22A-C90D-5924-522BFB8A1E75}"/>
              </a:ext>
            </a:extLst>
          </p:cNvPr>
          <p:cNvSpPr>
            <a:spLocks noGrp="1"/>
          </p:cNvSpPr>
          <p:nvPr>
            <p:ph type="subTitle" idx="1"/>
          </p:nvPr>
        </p:nvSpPr>
        <p:spPr/>
        <p:txBody>
          <a:bodyPr/>
          <a:lstStyle/>
          <a:p>
            <a:endParaRPr lang="en-CA" dirty="0"/>
          </a:p>
          <a:p>
            <a:pPr>
              <a:buFont typeface="Arial" panose="020B0604020202020204" pitchFamily="34" charset="0"/>
              <a:buChar char="•"/>
            </a:pPr>
            <a:r>
              <a:rPr lang="en-CA" dirty="0"/>
              <a:t>Errors tend to cluster in the same passages. </a:t>
            </a:r>
          </a:p>
        </p:txBody>
      </p:sp>
      <p:sp>
        <p:nvSpPr>
          <p:cNvPr id="7" name="Subtitle 6">
            <a:extLst>
              <a:ext uri="{FF2B5EF4-FFF2-40B4-BE49-F238E27FC236}">
                <a16:creationId xmlns:a16="http://schemas.microsoft.com/office/drawing/2014/main" id="{A4530A73-40D6-33F8-9BAB-33BE3BFCA4C3}"/>
              </a:ext>
            </a:extLst>
          </p:cNvPr>
          <p:cNvSpPr>
            <a:spLocks noGrp="1"/>
          </p:cNvSpPr>
          <p:nvPr>
            <p:ph type="subTitle" idx="2"/>
          </p:nvPr>
        </p:nvSpPr>
        <p:spPr/>
        <p:txBody>
          <a:bodyPr/>
          <a:lstStyle/>
          <a:p>
            <a:pPr>
              <a:buFont typeface="Arial" panose="020B0604020202020204" pitchFamily="34" charset="0"/>
              <a:buChar char="•"/>
            </a:pPr>
            <a:endParaRPr lang="en-CA" dirty="0"/>
          </a:p>
          <a:p>
            <a:pPr>
              <a:buFont typeface="Arial" panose="020B0604020202020204" pitchFamily="34" charset="0"/>
              <a:buChar char="•"/>
            </a:pPr>
            <a:r>
              <a:rPr lang="en-CA" dirty="0"/>
              <a:t>Model struggle with sentences such as “Despite high unemployment, consumer spending increased.”</a:t>
            </a:r>
          </a:p>
        </p:txBody>
      </p:sp>
      <p:sp>
        <p:nvSpPr>
          <p:cNvPr id="8" name="Subtitle 7">
            <a:extLst>
              <a:ext uri="{FF2B5EF4-FFF2-40B4-BE49-F238E27FC236}">
                <a16:creationId xmlns:a16="http://schemas.microsoft.com/office/drawing/2014/main" id="{D8F3452C-5647-DF43-CE49-488AB1A2C3D1}"/>
              </a:ext>
            </a:extLst>
          </p:cNvPr>
          <p:cNvSpPr>
            <a:spLocks noGrp="1"/>
          </p:cNvSpPr>
          <p:nvPr>
            <p:ph type="subTitle" idx="3"/>
          </p:nvPr>
        </p:nvSpPr>
        <p:spPr/>
        <p:txBody>
          <a:bodyPr/>
          <a:lstStyle/>
          <a:p>
            <a:endParaRPr lang="en-CA" dirty="0"/>
          </a:p>
          <a:p>
            <a:pPr>
              <a:buFont typeface="Arial" panose="020B0604020202020204" pitchFamily="34" charset="0"/>
              <a:buChar char="•"/>
            </a:pPr>
            <a:r>
              <a:rPr lang="en-CA" dirty="0"/>
              <a:t>Difficulty distinguishing economic causation and statistical causation</a:t>
            </a:r>
          </a:p>
        </p:txBody>
      </p:sp>
      <p:sp>
        <p:nvSpPr>
          <p:cNvPr id="9" name="Subtitle 8">
            <a:extLst>
              <a:ext uri="{FF2B5EF4-FFF2-40B4-BE49-F238E27FC236}">
                <a16:creationId xmlns:a16="http://schemas.microsoft.com/office/drawing/2014/main" id="{7027FA95-7CD0-2A08-4787-6973508074BF}"/>
              </a:ext>
            </a:extLst>
          </p:cNvPr>
          <p:cNvSpPr>
            <a:spLocks noGrp="1"/>
          </p:cNvSpPr>
          <p:nvPr>
            <p:ph type="subTitle" idx="4"/>
          </p:nvPr>
        </p:nvSpPr>
        <p:spPr/>
        <p:txBody>
          <a:bodyPr/>
          <a:lstStyle/>
          <a:p>
            <a:endParaRPr lang="en-CA" dirty="0"/>
          </a:p>
          <a:p>
            <a:pPr>
              <a:buFont typeface="Arial" panose="020B0604020202020204" pitchFamily="34" charset="0"/>
              <a:buChar char="•"/>
            </a:pPr>
            <a:r>
              <a:rPr lang="en-CA" dirty="0"/>
              <a:t>The boundary of causality and correlation is not always clear, leading different judges to different analysis</a:t>
            </a:r>
          </a:p>
        </p:txBody>
      </p:sp>
      <p:sp>
        <p:nvSpPr>
          <p:cNvPr id="10" name="Subtitle 9">
            <a:extLst>
              <a:ext uri="{FF2B5EF4-FFF2-40B4-BE49-F238E27FC236}">
                <a16:creationId xmlns:a16="http://schemas.microsoft.com/office/drawing/2014/main" id="{C747E258-14A9-FB9C-1EB0-7C719A279F35}"/>
              </a:ext>
            </a:extLst>
          </p:cNvPr>
          <p:cNvSpPr>
            <a:spLocks noGrp="1"/>
          </p:cNvSpPr>
          <p:nvPr>
            <p:ph type="subTitle" idx="5"/>
          </p:nvPr>
        </p:nvSpPr>
        <p:spPr/>
        <p:txBody>
          <a:bodyPr/>
          <a:lstStyle/>
          <a:p>
            <a:endParaRPr lang="en-CA" dirty="0"/>
          </a:p>
          <a:p>
            <a:pPr>
              <a:buFont typeface="Arial" panose="020B0604020202020204" pitchFamily="34" charset="0"/>
              <a:buChar char="•"/>
            </a:pPr>
            <a:r>
              <a:rPr lang="en-CA" dirty="0"/>
              <a:t>Longer passages lead to more failure and technical errors, but shorter passages risk separating causality across passages.</a:t>
            </a:r>
          </a:p>
        </p:txBody>
      </p:sp>
      <p:sp>
        <p:nvSpPr>
          <p:cNvPr id="11" name="Subtitle 10">
            <a:extLst>
              <a:ext uri="{FF2B5EF4-FFF2-40B4-BE49-F238E27FC236}">
                <a16:creationId xmlns:a16="http://schemas.microsoft.com/office/drawing/2014/main" id="{60A90555-9BF6-6992-45C6-9189E0F5CE67}"/>
              </a:ext>
            </a:extLst>
          </p:cNvPr>
          <p:cNvSpPr>
            <a:spLocks noGrp="1"/>
          </p:cNvSpPr>
          <p:nvPr>
            <p:ph type="subTitle" idx="6"/>
          </p:nvPr>
        </p:nvSpPr>
        <p:spPr/>
        <p:txBody>
          <a:bodyPr/>
          <a:lstStyle/>
          <a:p>
            <a:endParaRPr lang="en-CA" dirty="0"/>
          </a:p>
          <a:p>
            <a:pPr>
              <a:buFont typeface="Arial" panose="020B0604020202020204" pitchFamily="34" charset="0"/>
              <a:buChar char="•"/>
            </a:pPr>
            <a:r>
              <a:rPr lang="en-CA" dirty="0"/>
              <a:t>LLMs aren’t deterministic, complicating replication.</a:t>
            </a:r>
          </a:p>
          <a:p>
            <a:endParaRPr lang="en-CA" dirty="0"/>
          </a:p>
        </p:txBody>
      </p:sp>
      <p:sp>
        <p:nvSpPr>
          <p:cNvPr id="12" name="Subtitle 11">
            <a:extLst>
              <a:ext uri="{FF2B5EF4-FFF2-40B4-BE49-F238E27FC236}">
                <a16:creationId xmlns:a16="http://schemas.microsoft.com/office/drawing/2014/main" id="{F59A809A-64A3-9FEB-E127-4D9CE61C69B2}"/>
              </a:ext>
            </a:extLst>
          </p:cNvPr>
          <p:cNvSpPr>
            <a:spLocks noGrp="1"/>
          </p:cNvSpPr>
          <p:nvPr>
            <p:ph type="subTitle" idx="7"/>
          </p:nvPr>
        </p:nvSpPr>
        <p:spPr/>
        <p:txBody>
          <a:bodyPr/>
          <a:lstStyle/>
          <a:p>
            <a:r>
              <a:rPr lang="en-CA" dirty="0"/>
              <a:t>Clustered Errors</a:t>
            </a:r>
          </a:p>
        </p:txBody>
      </p:sp>
      <p:sp>
        <p:nvSpPr>
          <p:cNvPr id="13" name="Subtitle 12">
            <a:extLst>
              <a:ext uri="{FF2B5EF4-FFF2-40B4-BE49-F238E27FC236}">
                <a16:creationId xmlns:a16="http://schemas.microsoft.com/office/drawing/2014/main" id="{57E4B408-1E62-549D-7DD2-6BB06C3BB84C}"/>
              </a:ext>
            </a:extLst>
          </p:cNvPr>
          <p:cNvSpPr>
            <a:spLocks noGrp="1"/>
          </p:cNvSpPr>
          <p:nvPr>
            <p:ph type="subTitle" idx="8"/>
          </p:nvPr>
        </p:nvSpPr>
        <p:spPr>
          <a:xfrm>
            <a:off x="4497238" y="1742816"/>
            <a:ext cx="3197524" cy="502800"/>
          </a:xfrm>
        </p:spPr>
        <p:txBody>
          <a:bodyPr/>
          <a:lstStyle/>
          <a:p>
            <a:r>
              <a:rPr lang="en-CA" dirty="0"/>
              <a:t>Negative Causality</a:t>
            </a:r>
          </a:p>
        </p:txBody>
      </p:sp>
      <p:sp>
        <p:nvSpPr>
          <p:cNvPr id="14" name="Subtitle 13">
            <a:extLst>
              <a:ext uri="{FF2B5EF4-FFF2-40B4-BE49-F238E27FC236}">
                <a16:creationId xmlns:a16="http://schemas.microsoft.com/office/drawing/2014/main" id="{4128005F-3991-3B09-C6E3-8F5145A00001}"/>
              </a:ext>
            </a:extLst>
          </p:cNvPr>
          <p:cNvSpPr>
            <a:spLocks noGrp="1"/>
          </p:cNvSpPr>
          <p:nvPr>
            <p:ph type="subTitle" idx="9"/>
          </p:nvPr>
        </p:nvSpPr>
        <p:spPr>
          <a:xfrm>
            <a:off x="8266400" y="1742816"/>
            <a:ext cx="3097464" cy="502800"/>
          </a:xfrm>
        </p:spPr>
        <p:txBody>
          <a:bodyPr/>
          <a:lstStyle/>
          <a:p>
            <a:r>
              <a:rPr lang="en-CA" dirty="0"/>
              <a:t>Length vs Cutoff</a:t>
            </a:r>
          </a:p>
        </p:txBody>
      </p:sp>
      <p:sp>
        <p:nvSpPr>
          <p:cNvPr id="15" name="Subtitle 14">
            <a:extLst>
              <a:ext uri="{FF2B5EF4-FFF2-40B4-BE49-F238E27FC236}">
                <a16:creationId xmlns:a16="http://schemas.microsoft.com/office/drawing/2014/main" id="{01B75CC8-28F0-4C2F-2D61-8FF7D3C43C72}"/>
              </a:ext>
            </a:extLst>
          </p:cNvPr>
          <p:cNvSpPr>
            <a:spLocks noGrp="1"/>
          </p:cNvSpPr>
          <p:nvPr>
            <p:ph type="subTitle" idx="13"/>
          </p:nvPr>
        </p:nvSpPr>
        <p:spPr/>
        <p:txBody>
          <a:bodyPr/>
          <a:lstStyle/>
          <a:p>
            <a:r>
              <a:rPr lang="en-CA" dirty="0"/>
              <a:t>Statistical vs Economical</a:t>
            </a:r>
          </a:p>
        </p:txBody>
      </p:sp>
      <p:sp>
        <p:nvSpPr>
          <p:cNvPr id="16" name="Subtitle 15">
            <a:extLst>
              <a:ext uri="{FF2B5EF4-FFF2-40B4-BE49-F238E27FC236}">
                <a16:creationId xmlns:a16="http://schemas.microsoft.com/office/drawing/2014/main" id="{4CBDCEA8-0E74-F944-6566-9424BA0104E0}"/>
              </a:ext>
            </a:extLst>
          </p:cNvPr>
          <p:cNvSpPr>
            <a:spLocks noGrp="1"/>
          </p:cNvSpPr>
          <p:nvPr>
            <p:ph type="subTitle" idx="14"/>
          </p:nvPr>
        </p:nvSpPr>
        <p:spPr/>
        <p:txBody>
          <a:bodyPr/>
          <a:lstStyle/>
          <a:p>
            <a:r>
              <a:rPr lang="en-CA" dirty="0"/>
              <a:t>Human Judgement</a:t>
            </a:r>
          </a:p>
        </p:txBody>
      </p:sp>
      <p:sp>
        <p:nvSpPr>
          <p:cNvPr id="17" name="Subtitle 16">
            <a:extLst>
              <a:ext uri="{FF2B5EF4-FFF2-40B4-BE49-F238E27FC236}">
                <a16:creationId xmlns:a16="http://schemas.microsoft.com/office/drawing/2014/main" id="{8F15DA2F-E89A-253E-7283-2EA6CFEC11AF}"/>
              </a:ext>
            </a:extLst>
          </p:cNvPr>
          <p:cNvSpPr>
            <a:spLocks noGrp="1"/>
          </p:cNvSpPr>
          <p:nvPr>
            <p:ph type="subTitle" idx="15"/>
          </p:nvPr>
        </p:nvSpPr>
        <p:spPr>
          <a:xfrm>
            <a:off x="8097328" y="4045591"/>
            <a:ext cx="3143872" cy="502800"/>
          </a:xfrm>
        </p:spPr>
        <p:txBody>
          <a:bodyPr/>
          <a:lstStyle/>
          <a:p>
            <a:r>
              <a:rPr lang="en-CA" dirty="0"/>
              <a:t>Output Variability</a:t>
            </a:r>
          </a:p>
        </p:txBody>
      </p:sp>
    </p:spTree>
    <p:extLst>
      <p:ext uri="{BB962C8B-B14F-4D97-AF65-F5344CB8AC3E}">
        <p14:creationId xmlns:p14="http://schemas.microsoft.com/office/powerpoint/2010/main" val="1100292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77F42-0E8E-F093-072B-579B38048B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E94546-E6CA-BB86-D94F-AC474F47CAD7}"/>
              </a:ext>
            </a:extLst>
          </p:cNvPr>
          <p:cNvSpPr>
            <a:spLocks noGrp="1"/>
          </p:cNvSpPr>
          <p:nvPr>
            <p:ph type="title"/>
          </p:nvPr>
        </p:nvSpPr>
        <p:spPr>
          <a:xfrm>
            <a:off x="950967" y="888300"/>
            <a:ext cx="9230800" cy="842734"/>
          </a:xfrm>
        </p:spPr>
        <p:txBody>
          <a:bodyPr/>
          <a:lstStyle/>
          <a:p>
            <a:r>
              <a:rPr lang="en-US" dirty="0"/>
              <a:t>Causal Graphs</a:t>
            </a:r>
            <a:endParaRPr lang="en-CA" dirty="0"/>
          </a:p>
        </p:txBody>
      </p:sp>
      <p:pic>
        <p:nvPicPr>
          <p:cNvPr id="4" name="Picture 3" descr="Great Moderation&#10;&#10;AI-generated content may be incorrect.">
            <a:extLst>
              <a:ext uri="{FF2B5EF4-FFF2-40B4-BE49-F238E27FC236}">
                <a16:creationId xmlns:a16="http://schemas.microsoft.com/office/drawing/2014/main" id="{DE8213DB-BA5E-AEE4-BFFE-D446BCB3F5AC}"/>
              </a:ext>
            </a:extLst>
          </p:cNvPr>
          <p:cNvPicPr>
            <a:picLocks noChangeAspect="1"/>
          </p:cNvPicPr>
          <p:nvPr/>
        </p:nvPicPr>
        <p:blipFill>
          <a:blip r:embed="rId2"/>
          <a:stretch>
            <a:fillRect/>
          </a:stretch>
        </p:blipFill>
        <p:spPr>
          <a:xfrm>
            <a:off x="214594" y="1889500"/>
            <a:ext cx="3873842" cy="2895599"/>
          </a:xfrm>
          <a:prstGeom prst="rect">
            <a:avLst/>
          </a:prstGeom>
        </p:spPr>
      </p:pic>
      <p:pic>
        <p:nvPicPr>
          <p:cNvPr id="6" name="Picture 5" descr="The image depicts a FOMC Causal Knowledge Graph from 2008 to 2019, illustrating various economic factors and their interrelations, including aggregate demand, business investment, consumer spending, economic activity, energy prices, expectations, financial conditions, housing, inflation, labor market, monetary policy, and trade, with different causal directions (positive, negative, ambiguous, unknown).&#10;&#10;AI-generated content may be incorrect.">
            <a:extLst>
              <a:ext uri="{FF2B5EF4-FFF2-40B4-BE49-F238E27FC236}">
                <a16:creationId xmlns:a16="http://schemas.microsoft.com/office/drawing/2014/main" id="{0FF0DDBE-59D9-FE24-BC1F-3AC63272812F}"/>
              </a:ext>
            </a:extLst>
          </p:cNvPr>
          <p:cNvPicPr>
            <a:picLocks noChangeAspect="1"/>
          </p:cNvPicPr>
          <p:nvPr/>
        </p:nvPicPr>
        <p:blipFill>
          <a:blip r:embed="rId3"/>
          <a:stretch>
            <a:fillRect/>
          </a:stretch>
        </p:blipFill>
        <p:spPr>
          <a:xfrm>
            <a:off x="4088436" y="1889500"/>
            <a:ext cx="3873842" cy="2895599"/>
          </a:xfrm>
          <a:prstGeom prst="rect">
            <a:avLst/>
          </a:prstGeom>
        </p:spPr>
      </p:pic>
      <p:pic>
        <p:nvPicPr>
          <p:cNvPr id="10" name="Picture 9" descr="The FOMC Causal Knowledge Graph illustrates the interconnected economic factors post-COVID, highlighting various relationships like positive effects on business investment and negative impacts on consumer spending.&#10;&#10;AI-generated content may be incorrect.">
            <a:extLst>
              <a:ext uri="{FF2B5EF4-FFF2-40B4-BE49-F238E27FC236}">
                <a16:creationId xmlns:a16="http://schemas.microsoft.com/office/drawing/2014/main" id="{EEDEEDE0-71AF-8FEE-D050-4BB01C2B7B87}"/>
              </a:ext>
            </a:extLst>
          </p:cNvPr>
          <p:cNvPicPr>
            <a:picLocks noChangeAspect="1"/>
          </p:cNvPicPr>
          <p:nvPr/>
        </p:nvPicPr>
        <p:blipFill>
          <a:blip r:embed="rId4"/>
          <a:stretch>
            <a:fillRect/>
          </a:stretch>
        </p:blipFill>
        <p:spPr>
          <a:xfrm>
            <a:off x="7962278" y="1889500"/>
            <a:ext cx="3873842" cy="2895599"/>
          </a:xfrm>
          <a:prstGeom prst="rect">
            <a:avLst/>
          </a:prstGeom>
        </p:spPr>
      </p:pic>
      <p:sp>
        <p:nvSpPr>
          <p:cNvPr id="11" name="TextBox 10">
            <a:extLst>
              <a:ext uri="{FF2B5EF4-FFF2-40B4-BE49-F238E27FC236}">
                <a16:creationId xmlns:a16="http://schemas.microsoft.com/office/drawing/2014/main" id="{819EBEF3-D4C8-9EAB-804B-93F13D02F79F}"/>
              </a:ext>
            </a:extLst>
          </p:cNvPr>
          <p:cNvSpPr txBox="1"/>
          <p:nvPr/>
        </p:nvSpPr>
        <p:spPr>
          <a:xfrm>
            <a:off x="214594" y="4848045"/>
            <a:ext cx="3873842" cy="923330"/>
          </a:xfrm>
          <a:prstGeom prst="rect">
            <a:avLst/>
          </a:prstGeom>
          <a:noFill/>
        </p:spPr>
        <p:txBody>
          <a:bodyPr wrap="square" rtlCol="0">
            <a:spAutoFit/>
          </a:bodyPr>
          <a:lstStyle/>
          <a:p>
            <a:pPr marL="285750" indent="-285750">
              <a:buFont typeface="Arial" panose="020B0604020202020204" pitchFamily="34" charset="0"/>
              <a:buChar char="•"/>
            </a:pPr>
            <a:r>
              <a:rPr lang="en-CA" sz="1800" dirty="0">
                <a:latin typeface="Raleway Medium" pitchFamily="2" charset="0"/>
              </a:rPr>
              <a:t>Denser Graph</a:t>
            </a:r>
          </a:p>
          <a:p>
            <a:pPr marL="285750" indent="-285750">
              <a:buFont typeface="Arial" panose="020B0604020202020204" pitchFamily="34" charset="0"/>
              <a:buChar char="•"/>
            </a:pPr>
            <a:r>
              <a:rPr lang="en-CA" sz="1800" dirty="0">
                <a:latin typeface="Raleway Medium" pitchFamily="2" charset="0"/>
              </a:rPr>
              <a:t>Clear Policy -&gt; Inflation -&gt; Growth transmission</a:t>
            </a:r>
          </a:p>
        </p:txBody>
      </p:sp>
      <p:sp>
        <p:nvSpPr>
          <p:cNvPr id="13" name="TextBox 12">
            <a:extLst>
              <a:ext uri="{FF2B5EF4-FFF2-40B4-BE49-F238E27FC236}">
                <a16:creationId xmlns:a16="http://schemas.microsoft.com/office/drawing/2014/main" id="{95797DB2-1EE7-C4E7-6427-02766986B5EE}"/>
              </a:ext>
            </a:extLst>
          </p:cNvPr>
          <p:cNvSpPr txBox="1"/>
          <p:nvPr/>
        </p:nvSpPr>
        <p:spPr>
          <a:xfrm>
            <a:off x="4088436" y="4848045"/>
            <a:ext cx="3873842" cy="1200329"/>
          </a:xfrm>
          <a:prstGeom prst="rect">
            <a:avLst/>
          </a:prstGeom>
          <a:noFill/>
        </p:spPr>
        <p:txBody>
          <a:bodyPr wrap="square" rtlCol="0">
            <a:spAutoFit/>
          </a:bodyPr>
          <a:lstStyle/>
          <a:p>
            <a:pPr marL="285750" indent="-285750">
              <a:buFont typeface="Arial" panose="020B0604020202020204" pitchFamily="34" charset="0"/>
              <a:buChar char="•"/>
            </a:pPr>
            <a:r>
              <a:rPr lang="en-CA" sz="1800" dirty="0">
                <a:latin typeface="Raleway Medium" pitchFamily="2" charset="0"/>
              </a:rPr>
              <a:t>External factor (energy, trade) dominate</a:t>
            </a:r>
          </a:p>
          <a:p>
            <a:pPr marL="285750" indent="-285750">
              <a:buFont typeface="Arial" panose="020B0604020202020204" pitchFamily="34" charset="0"/>
              <a:buChar char="•"/>
            </a:pPr>
            <a:r>
              <a:rPr lang="en-CA" sz="1800" dirty="0">
                <a:latin typeface="Raleway Medium" pitchFamily="2" charset="0"/>
              </a:rPr>
              <a:t>Policy transmission weaker</a:t>
            </a:r>
          </a:p>
          <a:p>
            <a:pPr marL="285750" indent="-285750">
              <a:buFont typeface="Arial" panose="020B0604020202020204" pitchFamily="34" charset="0"/>
              <a:buChar char="•"/>
            </a:pPr>
            <a:endParaRPr lang="en-CA" sz="1800" dirty="0">
              <a:latin typeface="Raleway Medium" pitchFamily="2" charset="0"/>
            </a:endParaRPr>
          </a:p>
        </p:txBody>
      </p:sp>
      <p:sp>
        <p:nvSpPr>
          <p:cNvPr id="14" name="TextBox 13">
            <a:extLst>
              <a:ext uri="{FF2B5EF4-FFF2-40B4-BE49-F238E27FC236}">
                <a16:creationId xmlns:a16="http://schemas.microsoft.com/office/drawing/2014/main" id="{46D4AA32-EEFA-FB44-7F3A-FB7D41B532F0}"/>
              </a:ext>
            </a:extLst>
          </p:cNvPr>
          <p:cNvSpPr txBox="1"/>
          <p:nvPr/>
        </p:nvSpPr>
        <p:spPr>
          <a:xfrm>
            <a:off x="7962278" y="4848044"/>
            <a:ext cx="3873842" cy="1754326"/>
          </a:xfrm>
          <a:prstGeom prst="rect">
            <a:avLst/>
          </a:prstGeom>
          <a:noFill/>
        </p:spPr>
        <p:txBody>
          <a:bodyPr wrap="square" rtlCol="0">
            <a:spAutoFit/>
          </a:bodyPr>
          <a:lstStyle/>
          <a:p>
            <a:pPr marL="285750" indent="-285750">
              <a:buFont typeface="Arial" panose="020B0604020202020204" pitchFamily="34" charset="0"/>
              <a:buChar char="•"/>
            </a:pPr>
            <a:r>
              <a:rPr lang="en-CA" sz="1800" dirty="0">
                <a:latin typeface="Raleway Medium" pitchFamily="2" charset="0"/>
              </a:rPr>
              <a:t>Inflation becomes central</a:t>
            </a:r>
          </a:p>
          <a:p>
            <a:pPr marL="285750" indent="-285750">
              <a:buFont typeface="Arial" panose="020B0604020202020204" pitchFamily="34" charset="0"/>
              <a:buChar char="•"/>
            </a:pPr>
            <a:r>
              <a:rPr lang="en-CA" sz="1800" dirty="0">
                <a:latin typeface="Raleway Medium" pitchFamily="2" charset="0"/>
              </a:rPr>
              <a:t>More concepts (immigration, expectations, supply)</a:t>
            </a:r>
          </a:p>
          <a:p>
            <a:pPr marL="285750" indent="-285750">
              <a:buFont typeface="Arial" panose="020B0604020202020204" pitchFamily="34" charset="0"/>
              <a:buChar char="•"/>
            </a:pPr>
            <a:r>
              <a:rPr lang="en-CA" sz="1800" dirty="0">
                <a:latin typeface="Raleway Medium" pitchFamily="2" charset="0"/>
              </a:rPr>
              <a:t>More trade-offs (negative edges)</a:t>
            </a:r>
          </a:p>
          <a:p>
            <a:pPr marL="285750" indent="-285750">
              <a:buFont typeface="Arial" panose="020B0604020202020204" pitchFamily="34" charset="0"/>
              <a:buChar char="•"/>
            </a:pPr>
            <a:endParaRPr lang="en-CA" sz="1800" dirty="0">
              <a:latin typeface="Raleway Medium" pitchFamily="2" charset="0"/>
            </a:endParaRPr>
          </a:p>
        </p:txBody>
      </p:sp>
    </p:spTree>
    <p:extLst>
      <p:ext uri="{BB962C8B-B14F-4D97-AF65-F5344CB8AC3E}">
        <p14:creationId xmlns:p14="http://schemas.microsoft.com/office/powerpoint/2010/main" val="2221787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C58CF-DD6C-B29A-3C04-2F2078CD7E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F6322C-F74F-D48B-CA54-0EFDEBB53D6C}"/>
              </a:ext>
            </a:extLst>
          </p:cNvPr>
          <p:cNvSpPr>
            <a:spLocks noGrp="1"/>
          </p:cNvSpPr>
          <p:nvPr>
            <p:ph type="title"/>
          </p:nvPr>
        </p:nvSpPr>
        <p:spPr/>
        <p:txBody>
          <a:bodyPr/>
          <a:lstStyle/>
          <a:p>
            <a:r>
              <a:rPr lang="en-US" dirty="0"/>
              <a:t>Next Steps</a:t>
            </a:r>
            <a:endParaRPr lang="en-CA" dirty="0"/>
          </a:p>
        </p:txBody>
      </p:sp>
      <p:sp>
        <p:nvSpPr>
          <p:cNvPr id="3" name="Subtitle 2">
            <a:extLst>
              <a:ext uri="{FF2B5EF4-FFF2-40B4-BE49-F238E27FC236}">
                <a16:creationId xmlns:a16="http://schemas.microsoft.com/office/drawing/2014/main" id="{582AF1FB-CF0A-7C0F-2276-9850CDE6FA34}"/>
              </a:ext>
            </a:extLst>
          </p:cNvPr>
          <p:cNvSpPr>
            <a:spLocks noGrp="1"/>
          </p:cNvSpPr>
          <p:nvPr>
            <p:ph type="subTitle" idx="1"/>
          </p:nvPr>
        </p:nvSpPr>
        <p:spPr>
          <a:xfrm>
            <a:off x="950967" y="2467155"/>
            <a:ext cx="9269200" cy="3282777"/>
          </a:xfrm>
        </p:spPr>
        <p:txBody>
          <a:bodyPr/>
          <a:lstStyle/>
          <a:p>
            <a:pPr lvl="1" algn="l">
              <a:buFont typeface="Arial" panose="020B0604020202020204" pitchFamily="34" charset="0"/>
              <a:buChar char="•"/>
            </a:pPr>
            <a:r>
              <a:rPr lang="en-US" sz="2000" dirty="0"/>
              <a:t>Use deterministic linguistic complexity measure</a:t>
            </a:r>
          </a:p>
          <a:p>
            <a:pPr lvl="1" algn="l">
              <a:buFont typeface="Arial" panose="020B0604020202020204" pitchFamily="34" charset="0"/>
              <a:buChar char="•"/>
            </a:pPr>
            <a:endParaRPr lang="en-US" sz="2000" dirty="0"/>
          </a:p>
          <a:p>
            <a:pPr lvl="1" algn="l">
              <a:buFont typeface="Arial" panose="020B0604020202020204" pitchFamily="34" charset="0"/>
              <a:buChar char="•"/>
            </a:pPr>
            <a:r>
              <a:rPr lang="en-US" sz="2000" dirty="0"/>
              <a:t>Compare human judgement to LLM-as-a-judge</a:t>
            </a:r>
            <a:br>
              <a:rPr lang="en-US" sz="2000" dirty="0"/>
            </a:br>
            <a:endParaRPr lang="en-US" sz="2000" dirty="0"/>
          </a:p>
          <a:p>
            <a:pPr lvl="1" algn="l">
              <a:buFont typeface="Arial" panose="020B0604020202020204" pitchFamily="34" charset="0"/>
              <a:buChar char="•"/>
            </a:pPr>
            <a:r>
              <a:rPr lang="en-US" sz="2000" dirty="0"/>
              <a:t>Use RAG to provide relevant example and improve faithfulness</a:t>
            </a:r>
            <a:br>
              <a:rPr lang="en-US" sz="2000" dirty="0"/>
            </a:br>
            <a:endParaRPr lang="en-US" sz="2000" dirty="0"/>
          </a:p>
          <a:p>
            <a:pPr lvl="1" algn="l">
              <a:buFont typeface="Arial" panose="020B0604020202020204" pitchFamily="34" charset="0"/>
              <a:buChar char="•"/>
            </a:pPr>
            <a:r>
              <a:rPr lang="en-US" sz="2000" dirty="0"/>
              <a:t>Create knowledge graphs using the triplets from all meetings to see how causality changed by period</a:t>
            </a:r>
          </a:p>
          <a:p>
            <a:pPr lvl="1" algn="l">
              <a:buFont typeface="Arial" panose="020B0604020202020204" pitchFamily="34" charset="0"/>
              <a:buChar char="•"/>
            </a:pPr>
            <a:endParaRPr lang="en-US" sz="2000" dirty="0"/>
          </a:p>
          <a:p>
            <a:pPr lvl="1" algn="l">
              <a:buFont typeface="Arial" panose="020B0604020202020204" pitchFamily="34" charset="0"/>
              <a:buChar char="•"/>
            </a:pPr>
            <a:endParaRPr lang="en-US" sz="2000" dirty="0"/>
          </a:p>
          <a:p>
            <a:pPr lvl="1" algn="l">
              <a:buFont typeface="Arial" panose="020B0604020202020204" pitchFamily="34" charset="0"/>
              <a:buChar char="•"/>
            </a:pPr>
            <a:endParaRPr lang="en-US" sz="2000" dirty="0"/>
          </a:p>
        </p:txBody>
      </p:sp>
    </p:spTree>
    <p:extLst>
      <p:ext uri="{BB962C8B-B14F-4D97-AF65-F5344CB8AC3E}">
        <p14:creationId xmlns:p14="http://schemas.microsoft.com/office/powerpoint/2010/main" val="3873625849"/>
      </p:ext>
    </p:extLst>
  </p:cSld>
  <p:clrMapOvr>
    <a:masterClrMapping/>
  </p:clrMapOvr>
</p:sld>
</file>

<file path=ppt/theme/theme1.xml><?xml version="1.0" encoding="utf-8"?>
<a:theme xmlns:a="http://schemas.openxmlformats.org/drawingml/2006/main" name="Succession Planning Project Proposal by Slidesgo">
  <a:themeElements>
    <a:clrScheme name="Simple Light">
      <a:dk1>
        <a:srgbClr val="0E1D35"/>
      </a:dk1>
      <a:lt1>
        <a:srgbClr val="FAFAFA"/>
      </a:lt1>
      <a:dk2>
        <a:srgbClr val="EFEFEF"/>
      </a:dk2>
      <a:lt2>
        <a:srgbClr val="7C8594"/>
      </a:lt2>
      <a:accent1>
        <a:srgbClr val="2B3B5D"/>
      </a:accent1>
      <a:accent2>
        <a:srgbClr val="15253F"/>
      </a:accent2>
      <a:accent3>
        <a:srgbClr val="FFFFFF"/>
      </a:accent3>
      <a:accent4>
        <a:srgbClr val="FFFFFF"/>
      </a:accent4>
      <a:accent5>
        <a:srgbClr val="FFFFFF"/>
      </a:accent5>
      <a:accent6>
        <a:srgbClr val="FFFFFF"/>
      </a:accent6>
      <a:hlink>
        <a:srgbClr val="0E1D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Succession Planning Project Proposal by Slidesgo</Template>
  <TotalTime>2331</TotalTime>
  <Words>793</Words>
  <Application>Microsoft Office PowerPoint</Application>
  <PresentationFormat>Widescreen</PresentationFormat>
  <Paragraphs>119</Paragraphs>
  <Slides>18</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18</vt:i4>
      </vt:variant>
    </vt:vector>
  </HeadingPairs>
  <TitlesOfParts>
    <vt:vector size="30" baseType="lpstr">
      <vt:lpstr>Arial</vt:lpstr>
      <vt:lpstr>Nunito Light</vt:lpstr>
      <vt:lpstr>Open Sans</vt:lpstr>
      <vt:lpstr>Proxima Nova</vt:lpstr>
      <vt:lpstr>Proxima Nova Semibold</vt:lpstr>
      <vt:lpstr>PT Sans</vt:lpstr>
      <vt:lpstr>Raleway</vt:lpstr>
      <vt:lpstr>Raleway ExtraBold</vt:lpstr>
      <vt:lpstr>Raleway Light</vt:lpstr>
      <vt:lpstr>Raleway Medium</vt:lpstr>
      <vt:lpstr>Succession Planning Project Proposal by Slidesgo</vt:lpstr>
      <vt:lpstr>Slidesgo Final Pages</vt:lpstr>
      <vt:lpstr>Evaluating LLM Causal Knowledge Extraction from Central Bank Communications</vt:lpstr>
      <vt:lpstr>Central Banking &amp; FOMC Minutes</vt:lpstr>
      <vt:lpstr>Research Question &amp; Contributions</vt:lpstr>
      <vt:lpstr>Dataset</vt:lpstr>
      <vt:lpstr>Causal Triplet </vt:lpstr>
      <vt:lpstr>Causal Triplet Example</vt:lpstr>
      <vt:lpstr>Methodology </vt:lpstr>
      <vt:lpstr>Evaluation</vt:lpstr>
      <vt:lpstr>Overall Faithfulness</vt:lpstr>
      <vt:lpstr>Failure Mode Distribution</vt:lpstr>
      <vt:lpstr>Faithfulness and Failure on existing triplets only</vt:lpstr>
      <vt:lpstr>Faithfulness and Failure on Cause/Effect/Connector </vt:lpstr>
      <vt:lpstr>Complexity across Periods</vt:lpstr>
      <vt:lpstr>Faithfulness &amp; Failure by Period</vt:lpstr>
      <vt:lpstr>Takeaway </vt:lpstr>
      <vt:lpstr>Insights and Weakness of Analysis</vt:lpstr>
      <vt:lpstr>Causal Graphs</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Florent Samson</dc:creator>
  <cp:lastModifiedBy>Florent Samson</cp:lastModifiedBy>
  <cp:revision>6</cp:revision>
  <dcterms:created xsi:type="dcterms:W3CDTF">2026-01-16T19:28:50Z</dcterms:created>
  <dcterms:modified xsi:type="dcterms:W3CDTF">2026-04-08T16:07:52Z</dcterms:modified>
</cp:coreProperties>
</file>